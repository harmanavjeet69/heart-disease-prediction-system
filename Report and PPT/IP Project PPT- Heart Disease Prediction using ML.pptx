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23.fntdata" ContentType="application/x-fontdata"/>
  <Override PartName="/ppt/fonts/font24.fntdata" ContentType="application/x-fontdata"/>
  <Override PartName="/ppt/fonts/font25.fntdata" ContentType="application/x-fontdata"/>
  <Override PartName="/ppt/fonts/font26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74300"/>
  <p:notesSz cx="18288000" cy="10274300"/>
  <p:embeddedFontLst>
    <p:embeddedFont>
      <p:font typeface="DEPOFA+Arimo Bold"/>
      <p:regular r:id="rId18"/>
    </p:embeddedFont>
    <p:embeddedFont>
      <p:font typeface="NQQLVS+Arimo Bold"/>
      <p:regular r:id="rId19"/>
    </p:embeddedFont>
    <p:embeddedFont>
      <p:font typeface="CRBNHP+IBM Plex Sans"/>
      <p:regular r:id="rId20"/>
    </p:embeddedFont>
    <p:embeddedFont>
      <p:font typeface="VQRUPB+IBM Plex Sans Bold"/>
      <p:regular r:id="rId21"/>
    </p:embeddedFont>
    <p:embeddedFont>
      <p:font typeface="JKSQJV+Times NR MT Pro"/>
      <p:regular r:id="rId22"/>
    </p:embeddedFont>
    <p:embeddedFont>
      <p:font typeface="IIQHOV+Arimo Bold"/>
      <p:regular r:id="rId23"/>
    </p:embeddedFont>
    <p:embeddedFont>
      <p:font typeface="UGBRBD+Times NR MT Pro"/>
      <p:regular r:id="rId24"/>
    </p:embeddedFont>
    <p:embeddedFont>
      <p:font typeface="IKADQC+IBM Plex Sans Bold"/>
      <p:regular r:id="rId25"/>
    </p:embeddedFont>
    <p:embeddedFont>
      <p:font typeface="FVJETM+Arimo Bold"/>
      <p:regular r:id="rId26"/>
    </p:embeddedFont>
    <p:embeddedFont>
      <p:font typeface="QVNAQG+Times NR MT Pro Bold"/>
      <p:regular r:id="rId27"/>
    </p:embeddedFont>
    <p:embeddedFont>
      <p:font typeface="DBPUAR+Times NR MT Pro"/>
      <p:regular r:id="rId28"/>
    </p:embeddedFont>
    <p:embeddedFont>
      <p:font typeface="GMABEW+Arimo Bold"/>
      <p:regular r:id="rId29"/>
    </p:embeddedFont>
    <p:embeddedFont>
      <p:font typeface="FRLPGI+Times NR MT Pro"/>
      <p:regular r:id="rId30"/>
    </p:embeddedFont>
    <p:embeddedFont>
      <p:font typeface="ORPVWU+Times NR MT Pro Bold"/>
      <p:regular r:id="rId31"/>
    </p:embeddedFont>
    <p:embeddedFont>
      <p:font typeface="UFMBMI+Arimo Bold"/>
      <p:regular r:id="rId32"/>
    </p:embeddedFont>
    <p:embeddedFont>
      <p:font typeface="ASCQAJ+Arimo Bold"/>
      <p:regular r:id="rId33"/>
    </p:embeddedFont>
    <p:embeddedFont>
      <p:font typeface="ALVVQP+Times NR MT Pro Bold"/>
      <p:regular r:id="rId34"/>
    </p:embeddedFont>
    <p:embeddedFont>
      <p:font typeface="ONOTBL+Times NR MT Pro"/>
      <p:regular r:id="rId35"/>
    </p:embeddedFont>
    <p:embeddedFont>
      <p:font typeface="HQUCQD+Arimo Bold"/>
      <p:regular r:id="rId36"/>
    </p:embeddedFont>
    <p:embeddedFont>
      <p:font typeface="PVSLSD+IBM Plex Sans Bold"/>
      <p:regular r:id="rId37"/>
    </p:embeddedFont>
    <p:embeddedFont>
      <p:font typeface="WNCWVL+IBM Plex Sans"/>
      <p:regular r:id="rId38"/>
    </p:embeddedFont>
    <p:embeddedFont>
      <p:font typeface="WFCWBK+Arimo Bold"/>
      <p:regular r:id="rId39"/>
    </p:embeddedFont>
    <p:embeddedFont>
      <p:font typeface="THUOAD+IBM Plex Sans"/>
      <p:regular r:id="rId40"/>
    </p:embeddedFont>
    <p:embeddedFont>
      <p:font typeface="EOLUQQ+Arimo Bold"/>
      <p:regular r:id="rId41"/>
    </p:embeddedFont>
    <p:embeddedFont>
      <p:font typeface="NTVDOE+Times NR MT Pro"/>
      <p:regular r:id="rId42"/>
    </p:embeddedFont>
    <p:embeddedFont>
      <p:font typeface="MOUPVS+Times NR MT Pro Bold"/>
      <p:regular r:id="rId4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slide" Target="slides/slide12.xml" /><Relationship Id="rId18" Type="http://schemas.openxmlformats.org/officeDocument/2006/relationships/font" Target="fonts/font1.fntdata" /><Relationship Id="rId19" Type="http://schemas.openxmlformats.org/officeDocument/2006/relationships/font" Target="fonts/font2.fntdata" /><Relationship Id="rId2" Type="http://schemas.openxmlformats.org/officeDocument/2006/relationships/tableStyles" Target="tableStyles.xml" /><Relationship Id="rId20" Type="http://schemas.openxmlformats.org/officeDocument/2006/relationships/font" Target="fonts/font3.fntdata" /><Relationship Id="rId21" Type="http://schemas.openxmlformats.org/officeDocument/2006/relationships/font" Target="fonts/font4.fntdata" /><Relationship Id="rId22" Type="http://schemas.openxmlformats.org/officeDocument/2006/relationships/font" Target="fonts/font5.fntdata" /><Relationship Id="rId23" Type="http://schemas.openxmlformats.org/officeDocument/2006/relationships/font" Target="fonts/font6.fntdata" /><Relationship Id="rId24" Type="http://schemas.openxmlformats.org/officeDocument/2006/relationships/font" Target="fonts/font7.fntdata" /><Relationship Id="rId25" Type="http://schemas.openxmlformats.org/officeDocument/2006/relationships/font" Target="fonts/font8.fntdata" /><Relationship Id="rId26" Type="http://schemas.openxmlformats.org/officeDocument/2006/relationships/font" Target="fonts/font9.fntdata" /><Relationship Id="rId27" Type="http://schemas.openxmlformats.org/officeDocument/2006/relationships/font" Target="fonts/font10.fntdata" /><Relationship Id="rId28" Type="http://schemas.openxmlformats.org/officeDocument/2006/relationships/font" Target="fonts/font11.fntdata" /><Relationship Id="rId29" Type="http://schemas.openxmlformats.org/officeDocument/2006/relationships/font" Target="fonts/font12.fntdata" /><Relationship Id="rId3" Type="http://schemas.openxmlformats.org/officeDocument/2006/relationships/viewProps" Target="viewProps.xml" /><Relationship Id="rId30" Type="http://schemas.openxmlformats.org/officeDocument/2006/relationships/font" Target="fonts/font13.fntdata" /><Relationship Id="rId31" Type="http://schemas.openxmlformats.org/officeDocument/2006/relationships/font" Target="fonts/font14.fntdata" /><Relationship Id="rId32" Type="http://schemas.openxmlformats.org/officeDocument/2006/relationships/font" Target="fonts/font15.fntdata" /><Relationship Id="rId33" Type="http://schemas.openxmlformats.org/officeDocument/2006/relationships/font" Target="fonts/font16.fntdata" /><Relationship Id="rId34" Type="http://schemas.openxmlformats.org/officeDocument/2006/relationships/font" Target="fonts/font17.fntdata" /><Relationship Id="rId35" Type="http://schemas.openxmlformats.org/officeDocument/2006/relationships/font" Target="fonts/font18.fntdata" /><Relationship Id="rId36" Type="http://schemas.openxmlformats.org/officeDocument/2006/relationships/font" Target="fonts/font19.fntdata" /><Relationship Id="rId37" Type="http://schemas.openxmlformats.org/officeDocument/2006/relationships/font" Target="fonts/font20.fntdata" /><Relationship Id="rId38" Type="http://schemas.openxmlformats.org/officeDocument/2006/relationships/font" Target="fonts/font21.fntdata" /><Relationship Id="rId39" Type="http://schemas.openxmlformats.org/officeDocument/2006/relationships/font" Target="fonts/font22.fntdata" /><Relationship Id="rId4" Type="http://schemas.openxmlformats.org/officeDocument/2006/relationships/theme" Target="theme/theme1.xml" /><Relationship Id="rId40" Type="http://schemas.openxmlformats.org/officeDocument/2006/relationships/font" Target="fonts/font23.fntdata" /><Relationship Id="rId41" Type="http://schemas.openxmlformats.org/officeDocument/2006/relationships/font" Target="fonts/font24.fntdata" /><Relationship Id="rId42" Type="http://schemas.openxmlformats.org/officeDocument/2006/relationships/font" Target="fonts/font25.fntdata" /><Relationship Id="rId43" Type="http://schemas.openxmlformats.org/officeDocument/2006/relationships/font" Target="fonts/font26.fntdata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hyperlink" Target="https://doi.org/10.21512/emacsjournal.v4i3.8683" TargetMode="External" /><Relationship Id="rId3" Type="http://schemas.openxmlformats.org/officeDocument/2006/relationships/image" Target="../media/image12.png" /><Relationship Id="rId4" Type="http://schemas.openxmlformats.org/officeDocument/2006/relationships/hyperlink" Target="https://doi.org/10.1038/s41598-023-40717-1" TargetMode="External" /><Relationship Id="rId5" Type="http://schemas.openxmlformats.org/officeDocument/2006/relationships/hyperlink" Target="https://doi.org/10.1016/j.procs.2016.05.288" TargetMode="Externa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8288000" cy="102743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479038" y="386374"/>
            <a:ext cx="10357538" cy="6486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807"/>
              </a:lnSpc>
              <a:spcBef>
                <a:spcPts val="0"/>
              </a:spcBef>
              <a:spcAft>
                <a:spcPts val="0"/>
              </a:spcAft>
            </a:pPr>
            <a:r>
              <a:rPr dirty="0" sz="4300" b="1">
                <a:solidFill>
                  <a:srgbClr val="ff3131"/>
                </a:solidFill>
                <a:latin typeface="DEPOFA+Arimo Bold"/>
                <a:cs typeface="DEPOFA+Arimo Bold"/>
              </a:rPr>
              <a:t>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90315" y="1270765"/>
            <a:ext cx="11935420" cy="6486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807"/>
              </a:lnSpc>
              <a:spcBef>
                <a:spcPts val="0"/>
              </a:spcBef>
              <a:spcAft>
                <a:spcPts val="0"/>
              </a:spcAft>
            </a:pPr>
            <a:r>
              <a:rPr dirty="0" sz="4300" b="1">
                <a:solidFill>
                  <a:srgbClr val="ff3131"/>
                </a:solidFill>
                <a:latin typeface="DEPOFA+Arimo Bold"/>
                <a:cs typeface="DEPOFA+Arimo Bold"/>
              </a:rPr>
              <a:t>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8288000" cy="102743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165558" y="1143432"/>
            <a:ext cx="4669399" cy="8581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5800" spc="11" b="1">
                <a:solidFill>
                  <a:srgbClr val="582e13"/>
                </a:solidFill>
                <a:latin typeface="NQQLVS+Arimo Bold"/>
                <a:cs typeface="NQQLVS+Arimo Bold"/>
              </a:rPr>
              <a:t>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16268" y="2960732"/>
            <a:ext cx="8262979" cy="5046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627"/>
              </a:lnSpc>
              <a:spcBef>
                <a:spcPts val="0"/>
              </a:spcBef>
              <a:spcAft>
                <a:spcPts val="0"/>
              </a:spcAft>
            </a:pPr>
            <a:r>
              <a:rPr dirty="0" sz="2750">
                <a:solidFill>
                  <a:srgbClr val="3b3535"/>
                </a:solidFill>
                <a:latin typeface="CRBNHP+IBM Plex Sans"/>
                <a:cs typeface="CRBNHP+IBM Plex Sans"/>
              </a:rPr>
              <a:t></a:t>
            </a:r>
            <a:r>
              <a:rPr dirty="0" sz="2750" spc="1511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750" spc="-36">
                <a:solidFill>
                  <a:srgbClr val="3b3535"/>
                </a:solidFill>
                <a:latin typeface="CRBNHP+IBM Plex Sans"/>
                <a:cs typeface="CRBNHP+IBM Plex Sans"/>
              </a:rPr>
              <a:t></a:t>
            </a:r>
            <a:r>
              <a:rPr dirty="0" sz="2800" b="1">
                <a:solidFill>
                  <a:srgbClr val="3b3535"/>
                </a:solidFill>
                <a:latin typeface="VQRUPB+IBM Plex Sans Bold"/>
                <a:cs typeface="VQRUPB+IBM Plex Sans Bold"/>
              </a:rPr>
              <a:t></a:t>
            </a:r>
            <a:r>
              <a:rPr dirty="0" sz="2750">
                <a:solidFill>
                  <a:srgbClr val="3b3535"/>
                </a:solidFill>
                <a:latin typeface="CRBNHP+IBM Plex Sans"/>
                <a:cs typeface="CRBNHP+IBM Plex Sans"/>
              </a:rPr>
              <a:t></a:t>
            </a:r>
            <a:r>
              <a:rPr dirty="0" sz="2750" spc="-162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b3535"/>
                </a:solidFill>
                <a:latin typeface="VQRUPB+IBM Plex Sans Bold"/>
                <a:cs typeface="VQRUPB+IBM Plex Sans Bold"/>
              </a:rPr>
              <a:t></a:t>
            </a:r>
            <a:r>
              <a:rPr dirty="0" sz="2750">
                <a:solidFill>
                  <a:srgbClr val="3b3535"/>
                </a:solidFill>
                <a:latin typeface="CRBNHP+IBM Plex Sans"/>
                <a:cs typeface="CRBNHP+IBM Plex Sans"/>
              </a:rPr>
              <a:t></a:t>
            </a:r>
            <a:r>
              <a:rPr dirty="0" sz="2750" spc="-181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b3535"/>
                </a:solidFill>
                <a:latin typeface="VQRUPB+IBM Plex Sans Bold"/>
                <a:cs typeface="VQRUPB+IBM Plex Sans Bold"/>
              </a:rPr>
              <a:t></a:t>
            </a:r>
            <a:r>
              <a:rPr dirty="0" sz="2750" spc="35">
                <a:solidFill>
                  <a:srgbClr val="3b3535"/>
                </a:solidFill>
                <a:latin typeface="CRBNHP+IBM Plex Sans"/>
                <a:cs typeface="CRBNHP+IBM Plex Sans"/>
              </a:rPr>
              <a:t></a:t>
            </a:r>
            <a:r>
              <a:rPr dirty="0" sz="2800" b="1">
                <a:solidFill>
                  <a:srgbClr val="3b3535"/>
                </a:solidFill>
                <a:latin typeface="VQRUPB+IBM Plex Sans Bold"/>
                <a:cs typeface="VQRUPB+IBM Plex Sans Bold"/>
              </a:rPr>
              <a:t></a:t>
            </a:r>
            <a:r>
              <a:rPr dirty="0" sz="2750" spc="282">
                <a:solidFill>
                  <a:srgbClr val="3b3535"/>
                </a:solidFill>
                <a:latin typeface="CRBNHP+IBM Plex Sans"/>
                <a:cs typeface="CRBNHP+IBM Plex Sans"/>
              </a:rPr>
              <a:t></a:t>
            </a:r>
            <a:r>
              <a:rPr dirty="0" sz="2800" b="1">
                <a:solidFill>
                  <a:srgbClr val="3b3535"/>
                </a:solidFill>
                <a:latin typeface="VQRUPB+IBM Plex Sans Bold"/>
                <a:cs typeface="VQRUPB+IBM Plex Sans Bold"/>
              </a:rPr>
              <a:t></a:t>
            </a:r>
            <a:r>
              <a:rPr dirty="0" sz="2750" spc="288">
                <a:solidFill>
                  <a:srgbClr val="3b3535"/>
                </a:solidFill>
                <a:latin typeface="CRBNHP+IBM Plex Sans"/>
                <a:cs typeface="CRBNHP+IBM Plex Sans"/>
              </a:rPr>
              <a:t></a:t>
            </a:r>
            <a:r>
              <a:rPr dirty="0" sz="2800" b="1">
                <a:solidFill>
                  <a:srgbClr val="3b3535"/>
                </a:solidFill>
                <a:latin typeface="VQRUPB+IBM Plex Sans Bold"/>
                <a:cs typeface="VQRUPB+IBM Plex Sans Bold"/>
              </a:rPr>
              <a:t></a:t>
            </a:r>
            <a:r>
              <a:rPr dirty="0" sz="2750" spc="-46">
                <a:solidFill>
                  <a:srgbClr val="3b3535"/>
                </a:solidFill>
                <a:latin typeface="CRBNHP+IBM Plex Sans"/>
                <a:cs typeface="CRBNHP+IBM Plex Sans"/>
              </a:rPr>
              <a:t></a:t>
            </a:r>
            <a:r>
              <a:rPr dirty="0" sz="2800" b="1">
                <a:solidFill>
                  <a:srgbClr val="3b3535"/>
                </a:solidFill>
                <a:latin typeface="VQRUPB+IBM Plex Sans Bold"/>
                <a:cs typeface="VQRUPB+IBM Plex Sans Bold"/>
              </a:rPr>
              <a:t></a:t>
            </a:r>
            <a:r>
              <a:rPr dirty="0" sz="2750" spc="-174">
                <a:solidFill>
                  <a:srgbClr val="3b3535"/>
                </a:solidFill>
                <a:latin typeface="CRBNHP+IBM Plex Sans"/>
                <a:cs typeface="CRBNHP+IBM Plex Sans"/>
              </a:rPr>
              <a:t></a:t>
            </a:r>
            <a:r>
              <a:rPr dirty="0" sz="2800" b="1">
                <a:solidFill>
                  <a:srgbClr val="3b3535"/>
                </a:solidFill>
                <a:latin typeface="VQRUPB+IBM Plex Sans Bold"/>
                <a:cs typeface="VQRUPB+IBM Plex Sans Bold"/>
              </a:rPr>
              <a:t></a:t>
            </a:r>
            <a:r>
              <a:rPr dirty="0" sz="2750" spc="-413">
                <a:solidFill>
                  <a:srgbClr val="3b3535"/>
                </a:solidFill>
                <a:latin typeface="CRBNHP+IBM Plex Sans"/>
                <a:cs typeface="CRBNHP+IBM Plex Sans"/>
              </a:rPr>
              <a:t></a:t>
            </a:r>
            <a:r>
              <a:rPr dirty="0" sz="2800" b="1">
                <a:solidFill>
                  <a:srgbClr val="3b3535"/>
                </a:solidFill>
                <a:latin typeface="VQRUPB+IBM Plex Sans Bold"/>
                <a:cs typeface="VQRUPB+IBM Plex Sans Bold"/>
              </a:rPr>
              <a:t></a:t>
            </a:r>
            <a:r>
              <a:rPr dirty="0" sz="2750">
                <a:solidFill>
                  <a:srgbClr val="3b3535"/>
                </a:solidFill>
                <a:latin typeface="CRBNHP+IBM Plex Sans"/>
                <a:cs typeface="CRBNHP+IBM Plex Sans"/>
              </a:rPr>
              <a:t></a:t>
            </a:r>
            <a:r>
              <a:rPr dirty="0" sz="2750" spc="-168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b3535"/>
                </a:solidFill>
                <a:latin typeface="VQRUPB+IBM Plex Sans Bold"/>
                <a:cs typeface="VQRUPB+IBM Plex Sans Bold"/>
              </a:rPr>
              <a:t></a:t>
            </a:r>
            <a:r>
              <a:rPr dirty="0" sz="2750">
                <a:solidFill>
                  <a:srgbClr val="3b3535"/>
                </a:solidFill>
                <a:latin typeface="CRBNHP+IBM Plex Sans"/>
                <a:cs typeface="CRBNHP+IBM Plex Sans"/>
              </a:rPr>
              <a:t></a:t>
            </a:r>
            <a:r>
              <a:rPr dirty="0" sz="2750" spc="-17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800" spc="-45" b="1">
                <a:solidFill>
                  <a:srgbClr val="3b3535"/>
                </a:solidFill>
                <a:latin typeface="VQRUPB+IBM Plex Sans Bold"/>
                <a:cs typeface="VQRUPB+IBM Plex Sans Bold"/>
              </a:rPr>
              <a:t></a:t>
            </a:r>
            <a:r>
              <a:rPr dirty="0" sz="2750">
                <a:solidFill>
                  <a:srgbClr val="3b3535"/>
                </a:solidFill>
                <a:latin typeface="CRBNHP+IBM Plex Sans"/>
                <a:cs typeface="CRBNHP+IBM Plex Sans"/>
              </a:rPr>
              <a:t></a:t>
            </a:r>
            <a:r>
              <a:rPr dirty="0" sz="2750" spc="1512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750">
                <a:solidFill>
                  <a:srgbClr val="3b3535"/>
                </a:solidFill>
                <a:latin typeface="CRBNHP+IBM Plex Sans"/>
                <a:cs typeface="CRBNHP+IBM Plex Sans"/>
              </a:rPr>
              <a:t></a:t>
            </a:r>
            <a:r>
              <a:rPr dirty="0" sz="2750" spc="1513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750">
                <a:solidFill>
                  <a:srgbClr val="3b3535"/>
                </a:solidFill>
                <a:latin typeface="CRBNHP+IBM Plex Sans"/>
                <a:cs typeface="CRBNHP+IBM Plex Sans"/>
              </a:rPr>
              <a:t></a:t>
            </a:r>
            <a:r>
              <a:rPr dirty="0" sz="2750" spc="4428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b3535"/>
                </a:solidFill>
                <a:latin typeface="VQRUPB+IBM Plex Sans Bold"/>
                <a:cs typeface="VQRUPB+IBM Plex Sans Bold"/>
              </a:rPr>
              <a:t>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260330" y="3550119"/>
            <a:ext cx="3771169" cy="3645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70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 spc="11">
                <a:solidFill>
                  <a:srgbClr val="3b3535"/>
                </a:solidFill>
                <a:latin typeface="JKSQJV+Times NR MT Pro"/>
                <a:cs typeface="JKSQJV+Times NR MT Pro"/>
              </a:rPr>
              <a:t>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533436" y="3817089"/>
            <a:ext cx="3847887" cy="3645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70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 spc="11">
                <a:solidFill>
                  <a:srgbClr val="3b3535"/>
                </a:solidFill>
                <a:latin typeface="JKSQJV+Times NR MT Pro"/>
                <a:cs typeface="JKSQJV+Times NR MT Pro"/>
              </a:rPr>
              <a:t>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260330" y="3988269"/>
            <a:ext cx="3915274" cy="1678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70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 spc="11">
                <a:solidFill>
                  <a:srgbClr val="3b3535"/>
                </a:solidFill>
                <a:latin typeface="JKSQJV+Times NR MT Pro"/>
                <a:cs typeface="JKSQJV+Times NR MT Pro"/>
              </a:rPr>
              <a:t></a:t>
            </a:r>
          </a:p>
          <a:p>
            <a:pPr marL="0" marR="0">
              <a:lnSpc>
                <a:spcPts val="2570"/>
              </a:lnSpc>
              <a:spcBef>
                <a:spcPts val="829"/>
              </a:spcBef>
              <a:spcAft>
                <a:spcPts val="0"/>
              </a:spcAft>
            </a:pPr>
            <a:r>
              <a:rPr dirty="0" sz="2200" spc="11">
                <a:solidFill>
                  <a:srgbClr val="3b3535"/>
                </a:solidFill>
                <a:latin typeface="JKSQJV+Times NR MT Pro"/>
                <a:cs typeface="JKSQJV+Times NR MT Pro"/>
              </a:rPr>
              <a:t></a:t>
            </a:r>
          </a:p>
          <a:p>
            <a:pPr marL="0" marR="0">
              <a:lnSpc>
                <a:spcPts val="2570"/>
              </a:lnSpc>
              <a:spcBef>
                <a:spcPts val="879"/>
              </a:spcBef>
              <a:spcAft>
                <a:spcPts val="0"/>
              </a:spcAft>
            </a:pPr>
            <a:r>
              <a:rPr dirty="0" sz="2200" spc="11">
                <a:solidFill>
                  <a:srgbClr val="3b3535"/>
                </a:solidFill>
                <a:latin typeface="JKSQJV+Times NR MT Pro"/>
                <a:cs typeface="JKSQJV+Times NR MT Pro"/>
              </a:rPr>
              <a:t></a:t>
            </a:r>
          </a:p>
          <a:p>
            <a:pPr marL="0" marR="0">
              <a:lnSpc>
                <a:spcPts val="2570"/>
              </a:lnSpc>
              <a:spcBef>
                <a:spcPts val="829"/>
              </a:spcBef>
              <a:spcAft>
                <a:spcPts val="0"/>
              </a:spcAft>
            </a:pPr>
            <a:r>
              <a:rPr dirty="0" sz="2200" spc="10">
                <a:solidFill>
                  <a:srgbClr val="3b3535"/>
                </a:solidFill>
                <a:latin typeface="JKSQJV+Times NR MT Pro"/>
                <a:cs typeface="JKSQJV+Times NR MT Pro"/>
              </a:rPr>
              <a:t>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533436" y="4255239"/>
            <a:ext cx="3688616" cy="1240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70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 spc="11">
                <a:solidFill>
                  <a:srgbClr val="3b3535"/>
                </a:solidFill>
                <a:latin typeface="JKSQJV+Times NR MT Pro"/>
                <a:cs typeface="JKSQJV+Times NR MT Pro"/>
              </a:rPr>
              <a:t></a:t>
            </a:r>
          </a:p>
          <a:p>
            <a:pPr marL="0" marR="0">
              <a:lnSpc>
                <a:spcPts val="2570"/>
              </a:lnSpc>
              <a:spcBef>
                <a:spcPts val="829"/>
              </a:spcBef>
              <a:spcAft>
                <a:spcPts val="0"/>
              </a:spcAft>
            </a:pPr>
            <a:r>
              <a:rPr dirty="0" sz="2200" spc="11">
                <a:solidFill>
                  <a:srgbClr val="3b3535"/>
                </a:solidFill>
                <a:latin typeface="JKSQJV+Times NR MT Pro"/>
                <a:cs typeface="JKSQJV+Times NR MT Pro"/>
              </a:rPr>
              <a:t></a:t>
            </a:r>
          </a:p>
          <a:p>
            <a:pPr marL="0" marR="0">
              <a:lnSpc>
                <a:spcPts val="2570"/>
              </a:lnSpc>
              <a:spcBef>
                <a:spcPts val="879"/>
              </a:spcBef>
              <a:spcAft>
                <a:spcPts val="0"/>
              </a:spcAft>
            </a:pPr>
            <a:r>
              <a:rPr dirty="0" sz="2200" spc="10">
                <a:solidFill>
                  <a:srgbClr val="3b3535"/>
                </a:solidFill>
                <a:latin typeface="JKSQJV+Times NR MT Pro"/>
                <a:cs typeface="JKSQJV+Times NR MT Pro"/>
              </a:rPr>
              <a:t>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536618" y="6280558"/>
            <a:ext cx="3341385" cy="5113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627"/>
              </a:lnSpc>
              <a:spcBef>
                <a:spcPts val="0"/>
              </a:spcBef>
              <a:spcAft>
                <a:spcPts val="0"/>
              </a:spcAft>
            </a:pPr>
            <a:r>
              <a:rPr dirty="0" sz="2750">
                <a:solidFill>
                  <a:srgbClr val="3b3535"/>
                </a:solidFill>
                <a:latin typeface="CRBNHP+IBM Plex Sans"/>
                <a:cs typeface="CRBNHP+IBM Plex Sans"/>
              </a:rPr>
              <a:t></a:t>
            </a:r>
            <a:r>
              <a:rPr dirty="0" sz="2750" spc="2635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3b3535"/>
                </a:solidFill>
                <a:latin typeface="VQRUPB+IBM Plex Sans Bold"/>
                <a:cs typeface="VQRUPB+IBM Plex Sans Bold"/>
              </a:rPr>
              <a:t>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107720" y="6938782"/>
            <a:ext cx="4239356" cy="1240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70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 spc="11">
                <a:solidFill>
                  <a:srgbClr val="3b3535"/>
                </a:solidFill>
                <a:latin typeface="JKSQJV+Times NR MT Pro"/>
                <a:cs typeface="JKSQJV+Times NR MT Pro"/>
              </a:rPr>
              <a:t></a:t>
            </a:r>
          </a:p>
          <a:p>
            <a:pPr marL="0" marR="0">
              <a:lnSpc>
                <a:spcPts val="2570"/>
              </a:lnSpc>
              <a:spcBef>
                <a:spcPts val="829"/>
              </a:spcBef>
              <a:spcAft>
                <a:spcPts val="0"/>
              </a:spcAft>
            </a:pPr>
            <a:r>
              <a:rPr dirty="0" sz="2200" spc="11">
                <a:solidFill>
                  <a:srgbClr val="3b3535"/>
                </a:solidFill>
                <a:latin typeface="JKSQJV+Times NR MT Pro"/>
                <a:cs typeface="JKSQJV+Times NR MT Pro"/>
              </a:rPr>
              <a:t></a:t>
            </a:r>
          </a:p>
          <a:p>
            <a:pPr marL="0" marR="0">
              <a:lnSpc>
                <a:spcPts val="2570"/>
              </a:lnSpc>
              <a:spcBef>
                <a:spcPts val="879"/>
              </a:spcBef>
              <a:spcAft>
                <a:spcPts val="0"/>
              </a:spcAft>
            </a:pPr>
            <a:r>
              <a:rPr dirty="0" sz="2200" spc="11">
                <a:solidFill>
                  <a:srgbClr val="3b3535"/>
                </a:solidFill>
                <a:latin typeface="JKSQJV+Times NR MT Pro"/>
                <a:cs typeface="JKSQJV+Times NR MT Pro"/>
              </a:rPr>
              <a:t>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107720" y="8253232"/>
            <a:ext cx="1907220" cy="3645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70"/>
              </a:lnSpc>
              <a:spcBef>
                <a:spcPts val="0"/>
              </a:spcBef>
              <a:spcAft>
                <a:spcPts val="0"/>
              </a:spcAft>
            </a:pPr>
            <a:r>
              <a:rPr dirty="0" sz="2200" spc="12">
                <a:solidFill>
                  <a:srgbClr val="3b3535"/>
                </a:solidFill>
                <a:latin typeface="JKSQJV+Times NR MT Pro"/>
                <a:cs typeface="JKSQJV+Times NR MT Pro"/>
              </a:rPr>
              <a:t>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8288000" cy="102743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91685" y="1244495"/>
            <a:ext cx="6199867" cy="81831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143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0" spc="18" b="1">
                <a:solidFill>
                  <a:srgbClr val="582e13"/>
                </a:solidFill>
                <a:latin typeface="IIQHOV+Arimo Bold"/>
                <a:cs typeface="IIQHOV+Arimo Bold"/>
              </a:rPr>
              <a:t>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82412" y="3104968"/>
            <a:ext cx="13252160" cy="30083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467"/>
              </a:lnSpc>
              <a:spcBef>
                <a:spcPts val="0"/>
              </a:spcBef>
              <a:spcAft>
                <a:spcPts val="0"/>
              </a:spcAft>
            </a:pPr>
            <a:r>
              <a:rPr dirty="0" sz="3850">
                <a:solidFill>
                  <a:srgbClr val="ff3131"/>
                </a:solidFill>
                <a:latin typeface="UGBRBD+Times NR MT Pro"/>
                <a:cs typeface="UGBRBD+Times NR MT Pro"/>
              </a:rPr>
              <a:t></a:t>
            </a:r>
            <a:r>
              <a:rPr dirty="0" sz="3850">
                <a:solidFill>
                  <a:srgbClr val="582e13"/>
                </a:solidFill>
                <a:latin typeface="UGBRBD+Times NR MT Pro"/>
                <a:cs typeface="UGBRBD+Times NR MT Pro"/>
              </a:rPr>
              <a:t></a:t>
            </a:r>
          </a:p>
          <a:p>
            <a:pPr marL="0" marR="0">
              <a:lnSpc>
                <a:spcPts val="4467"/>
              </a:lnSpc>
              <a:spcBef>
                <a:spcPts val="212"/>
              </a:spcBef>
              <a:spcAft>
                <a:spcPts val="0"/>
              </a:spcAft>
            </a:pPr>
            <a:r>
              <a:rPr dirty="0" sz="3850">
                <a:solidFill>
                  <a:srgbClr val="582e13"/>
                </a:solidFill>
                <a:latin typeface="UGBRBD+Times NR MT Pro"/>
                <a:cs typeface="UGBRBD+Times NR MT Pro"/>
              </a:rPr>
              <a:t></a:t>
            </a:r>
          </a:p>
          <a:p>
            <a:pPr marL="0" marR="0">
              <a:lnSpc>
                <a:spcPts val="4467"/>
              </a:lnSpc>
              <a:spcBef>
                <a:spcPts val="212"/>
              </a:spcBef>
              <a:spcAft>
                <a:spcPts val="0"/>
              </a:spcAft>
            </a:pPr>
            <a:r>
              <a:rPr dirty="0" sz="3850">
                <a:solidFill>
                  <a:srgbClr val="ff3131"/>
                </a:solidFill>
                <a:latin typeface="UGBRBD+Times NR MT Pro"/>
                <a:cs typeface="UGBRBD+Times NR MT Pro"/>
              </a:rPr>
              <a:t></a:t>
            </a:r>
            <a:r>
              <a:rPr dirty="0" sz="3850">
                <a:solidFill>
                  <a:srgbClr val="582e13"/>
                </a:solidFill>
                <a:latin typeface="UGBRBD+Times NR MT Pro"/>
                <a:cs typeface="UGBRBD+Times NR MT Pro"/>
              </a:rPr>
              <a:t></a:t>
            </a:r>
          </a:p>
          <a:p>
            <a:pPr marL="0" marR="0">
              <a:lnSpc>
                <a:spcPts val="4467"/>
              </a:lnSpc>
              <a:spcBef>
                <a:spcPts val="262"/>
              </a:spcBef>
              <a:spcAft>
                <a:spcPts val="0"/>
              </a:spcAft>
            </a:pPr>
            <a:r>
              <a:rPr dirty="0" sz="3850">
                <a:solidFill>
                  <a:srgbClr val="582e13"/>
                </a:solidFill>
                <a:latin typeface="UGBRBD+Times NR MT Pro"/>
                <a:cs typeface="UGBRBD+Times NR MT Pro"/>
              </a:rPr>
              <a:t></a:t>
            </a:r>
          </a:p>
          <a:p>
            <a:pPr marL="0" marR="0">
              <a:lnSpc>
                <a:spcPts val="4467"/>
              </a:lnSpc>
              <a:spcBef>
                <a:spcPts val="212"/>
              </a:spcBef>
              <a:spcAft>
                <a:spcPts val="0"/>
              </a:spcAft>
            </a:pPr>
            <a:r>
              <a:rPr dirty="0" sz="3850">
                <a:solidFill>
                  <a:srgbClr val="582e13"/>
                </a:solidFill>
                <a:latin typeface="UGBRBD+Times NR MT Pro"/>
                <a:cs typeface="UGBRBD+Times NR MT Pro"/>
              </a:rPr>
              <a:t>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82412" y="6108621"/>
            <a:ext cx="12888940" cy="120620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467"/>
              </a:lnSpc>
              <a:spcBef>
                <a:spcPts val="0"/>
              </a:spcBef>
              <a:spcAft>
                <a:spcPts val="0"/>
              </a:spcAft>
            </a:pPr>
            <a:r>
              <a:rPr dirty="0" sz="3850">
                <a:solidFill>
                  <a:srgbClr val="ff3131"/>
                </a:solidFill>
                <a:latin typeface="UGBRBD+Times NR MT Pro"/>
                <a:cs typeface="UGBRBD+Times NR MT Pro"/>
              </a:rPr>
              <a:t></a:t>
            </a:r>
            <a:r>
              <a:rPr dirty="0" sz="3850">
                <a:solidFill>
                  <a:srgbClr val="582e13"/>
                </a:solidFill>
                <a:latin typeface="UGBRBD+Times NR MT Pro"/>
                <a:cs typeface="UGBRBD+Times NR MT Pro"/>
              </a:rPr>
              <a:t></a:t>
            </a:r>
          </a:p>
          <a:p>
            <a:pPr marL="0" marR="0">
              <a:lnSpc>
                <a:spcPts val="4467"/>
              </a:lnSpc>
              <a:spcBef>
                <a:spcPts val="212"/>
              </a:spcBef>
              <a:spcAft>
                <a:spcPts val="0"/>
              </a:spcAft>
            </a:pPr>
            <a:r>
              <a:rPr dirty="0" sz="3850">
                <a:solidFill>
                  <a:srgbClr val="582e13"/>
                </a:solidFill>
                <a:latin typeface="UGBRBD+Times NR MT Pro"/>
                <a:cs typeface="UGBRBD+Times NR MT Pro"/>
              </a:rPr>
              <a:t>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8288000" cy="102743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689038" y="1229627"/>
            <a:ext cx="538895" cy="7819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56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0" b="1">
                <a:solidFill>
                  <a:srgbClr val="582e13"/>
                </a:solidFill>
                <a:latin typeface="IKADQC+IBM Plex Sans Bold"/>
                <a:cs typeface="IKADQC+IBM Plex Sans Bold"/>
              </a:rPr>
              <a:t>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49611" y="1934477"/>
            <a:ext cx="399401" cy="7819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56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0" b="1">
                <a:solidFill>
                  <a:srgbClr val="582e13"/>
                </a:solidFill>
                <a:latin typeface="IKADQC+IBM Plex Sans Bold"/>
                <a:cs typeface="IKADQC+IBM Plex Sans Bold"/>
              </a:rPr>
              <a:t>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716273" y="2639327"/>
            <a:ext cx="1666151" cy="571586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0034" marR="0">
              <a:lnSpc>
                <a:spcPts val="5856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0" b="1">
                <a:solidFill>
                  <a:srgbClr val="582e13"/>
                </a:solidFill>
                <a:latin typeface="IKADQC+IBM Plex Sans Bold"/>
                <a:cs typeface="IKADQC+IBM Plex Sans Bold"/>
              </a:rPr>
              <a:t></a:t>
            </a:r>
            <a:r>
              <a:rPr dirty="0" sz="4500" spc="4435" b="1">
                <a:solidFill>
                  <a:srgbClr val="582e13"/>
                </a:solidFill>
                <a:latin typeface="Times New Roman"/>
                <a:cs typeface="Times New Roman"/>
              </a:rPr>
              <a:t> </a:t>
            </a:r>
            <a:r>
              <a:rPr dirty="0" sz="4500" b="1">
                <a:solidFill>
                  <a:srgbClr val="582e13"/>
                </a:solidFill>
                <a:latin typeface="IKADQC+IBM Plex Sans Bold"/>
                <a:cs typeface="IKADQC+IBM Plex Sans Bold"/>
              </a:rPr>
              <a:t></a:t>
            </a:r>
          </a:p>
          <a:p>
            <a:pPr marL="0" marR="0">
              <a:lnSpc>
                <a:spcPts val="5550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0" b="1">
                <a:solidFill>
                  <a:srgbClr val="582e13"/>
                </a:solidFill>
                <a:latin typeface="IKADQC+IBM Plex Sans Bold"/>
                <a:cs typeface="IKADQC+IBM Plex Sans Bold"/>
              </a:rPr>
              <a:t></a:t>
            </a:r>
            <a:r>
              <a:rPr dirty="0" sz="4500" spc="4718" b="1">
                <a:solidFill>
                  <a:srgbClr val="582e13"/>
                </a:solidFill>
                <a:latin typeface="Times New Roman"/>
                <a:cs typeface="Times New Roman"/>
              </a:rPr>
              <a:t> </a:t>
            </a:r>
            <a:r>
              <a:rPr dirty="0" sz="4500" b="1">
                <a:solidFill>
                  <a:srgbClr val="582e13"/>
                </a:solidFill>
                <a:latin typeface="IKADQC+IBM Plex Sans Bold"/>
                <a:cs typeface="IKADQC+IBM Plex Sans Bold"/>
              </a:rPr>
              <a:t></a:t>
            </a:r>
          </a:p>
          <a:p>
            <a:pPr marL="2827" marR="0">
              <a:lnSpc>
                <a:spcPts val="5550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0" b="1">
                <a:solidFill>
                  <a:srgbClr val="582e13"/>
                </a:solidFill>
                <a:latin typeface="IKADQC+IBM Plex Sans Bold"/>
                <a:cs typeface="IKADQC+IBM Plex Sans Bold"/>
              </a:rPr>
              <a:t></a:t>
            </a:r>
            <a:r>
              <a:rPr dirty="0" sz="4500" spc="4172" b="1">
                <a:solidFill>
                  <a:srgbClr val="582e13"/>
                </a:solidFill>
                <a:latin typeface="Times New Roman"/>
                <a:cs typeface="Times New Roman"/>
              </a:rPr>
              <a:t> </a:t>
            </a:r>
            <a:r>
              <a:rPr dirty="0" sz="4500" b="1">
                <a:solidFill>
                  <a:srgbClr val="582e13"/>
                </a:solidFill>
                <a:latin typeface="IKADQC+IBM Plex Sans Bold"/>
                <a:cs typeface="IKADQC+IBM Plex Sans Bold"/>
              </a:rPr>
              <a:t></a:t>
            </a:r>
          </a:p>
          <a:p>
            <a:pPr marL="7590" marR="0">
              <a:lnSpc>
                <a:spcPts val="5550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0" b="1">
                <a:solidFill>
                  <a:srgbClr val="582e13"/>
                </a:solidFill>
                <a:latin typeface="IKADQC+IBM Plex Sans Bold"/>
                <a:cs typeface="IKADQC+IBM Plex Sans Bold"/>
              </a:rPr>
              <a:t></a:t>
            </a:r>
            <a:r>
              <a:rPr dirty="0" sz="4500" spc="4133" b="1">
                <a:solidFill>
                  <a:srgbClr val="582e13"/>
                </a:solidFill>
                <a:latin typeface="Times New Roman"/>
                <a:cs typeface="Times New Roman"/>
              </a:rPr>
              <a:t> </a:t>
            </a:r>
            <a:r>
              <a:rPr dirty="0" sz="4500" b="1">
                <a:solidFill>
                  <a:srgbClr val="582e13"/>
                </a:solidFill>
                <a:latin typeface="IKADQC+IBM Plex Sans Bold"/>
                <a:cs typeface="IKADQC+IBM Plex Sans Bold"/>
              </a:rPr>
              <a:t></a:t>
            </a:r>
          </a:p>
          <a:p>
            <a:pPr marL="2827" marR="0">
              <a:lnSpc>
                <a:spcPts val="5550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0" b="1">
                <a:solidFill>
                  <a:srgbClr val="582e13"/>
                </a:solidFill>
                <a:latin typeface="IKADQC+IBM Plex Sans Bold"/>
                <a:cs typeface="IKADQC+IBM Plex Sans Bold"/>
              </a:rPr>
              <a:t></a:t>
            </a:r>
            <a:r>
              <a:rPr dirty="0" sz="4500" spc="4196" b="1">
                <a:solidFill>
                  <a:srgbClr val="582e13"/>
                </a:solidFill>
                <a:latin typeface="Times New Roman"/>
                <a:cs typeface="Times New Roman"/>
              </a:rPr>
              <a:t> </a:t>
            </a:r>
            <a:r>
              <a:rPr dirty="0" sz="4500" b="1">
                <a:solidFill>
                  <a:srgbClr val="582e13"/>
                </a:solidFill>
                <a:latin typeface="IKADQC+IBM Plex Sans Bold"/>
                <a:cs typeface="IKADQC+IBM Plex Sans Bold"/>
              </a:rPr>
              <a:t></a:t>
            </a:r>
          </a:p>
          <a:p>
            <a:pPr marL="55364" marR="0">
              <a:lnSpc>
                <a:spcPts val="5550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0" b="1">
                <a:solidFill>
                  <a:srgbClr val="582e13"/>
                </a:solidFill>
                <a:latin typeface="IKADQC+IBM Plex Sans Bold"/>
                <a:cs typeface="IKADQC+IBM Plex Sans Bold"/>
              </a:rPr>
              <a:t></a:t>
            </a:r>
            <a:r>
              <a:rPr dirty="0" sz="4500" spc="4586" b="1">
                <a:solidFill>
                  <a:srgbClr val="582e13"/>
                </a:solidFill>
                <a:latin typeface="Times New Roman"/>
                <a:cs typeface="Times New Roman"/>
              </a:rPr>
              <a:t> </a:t>
            </a:r>
            <a:r>
              <a:rPr dirty="0" sz="4500" b="1">
                <a:solidFill>
                  <a:srgbClr val="582e13"/>
                </a:solidFill>
                <a:latin typeface="IKADQC+IBM Plex Sans Bold"/>
                <a:cs typeface="IKADQC+IBM Plex Sans Bold"/>
              </a:rPr>
              <a:t></a:t>
            </a:r>
          </a:p>
          <a:p>
            <a:pPr marL="2827" marR="0">
              <a:lnSpc>
                <a:spcPts val="5550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0" b="1">
                <a:solidFill>
                  <a:srgbClr val="582e13"/>
                </a:solidFill>
                <a:latin typeface="IKADQC+IBM Plex Sans Bold"/>
                <a:cs typeface="IKADQC+IBM Plex Sans Bold"/>
              </a:rPr>
              <a:t></a:t>
            </a:r>
            <a:r>
              <a:rPr dirty="0" sz="4500" spc="3868" b="1">
                <a:solidFill>
                  <a:srgbClr val="582e13"/>
                </a:solidFill>
                <a:latin typeface="Times New Roman"/>
                <a:cs typeface="Times New Roman"/>
              </a:rPr>
              <a:t> </a:t>
            </a:r>
            <a:r>
              <a:rPr dirty="0" sz="4500" b="1">
                <a:solidFill>
                  <a:srgbClr val="582e13"/>
                </a:solidFill>
                <a:latin typeface="IKADQC+IBM Plex Sans Bold"/>
                <a:cs typeface="IKADQC+IBM Plex Sans Bold"/>
              </a:rPr>
              <a:t></a:t>
            </a:r>
          </a:p>
          <a:p>
            <a:pPr marL="1339" marR="0">
              <a:lnSpc>
                <a:spcPts val="5550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0" b="1">
                <a:solidFill>
                  <a:srgbClr val="582e13"/>
                </a:solidFill>
                <a:latin typeface="IKADQC+IBM Plex Sans Bold"/>
                <a:cs typeface="IKADQC+IBM Plex Sans Bold"/>
              </a:rPr>
              <a:t>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737704" y="8278127"/>
            <a:ext cx="427036" cy="7819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56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0" b="1">
                <a:solidFill>
                  <a:srgbClr val="582e13"/>
                </a:solidFill>
                <a:latin typeface="IKADQC+IBM Plex Sans Bold"/>
                <a:cs typeface="IKADQC+IBM Plex Sans Bold"/>
              </a:rPr>
              <a:t>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8288000" cy="102743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500205" y="1244495"/>
            <a:ext cx="5582742" cy="22673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143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0" spc="18" b="1">
                <a:solidFill>
                  <a:srgbClr val="582e13"/>
                </a:solidFill>
                <a:latin typeface="FVJETM+Arimo Bold"/>
                <a:cs typeface="FVJETM+Arimo Bold"/>
              </a:rPr>
              <a:t></a:t>
            </a:r>
          </a:p>
          <a:p>
            <a:pPr marL="1973965" marR="0">
              <a:lnSpc>
                <a:spcPts val="5025"/>
              </a:lnSpc>
              <a:spcBef>
                <a:spcPts val="6433"/>
              </a:spcBef>
              <a:spcAft>
                <a:spcPts val="0"/>
              </a:spcAft>
            </a:pPr>
            <a:r>
              <a:rPr dirty="0" sz="4500" spc="14" b="1">
                <a:solidFill>
                  <a:srgbClr val="582e13"/>
                </a:solidFill>
                <a:latin typeface="FVJETM+Arimo Bold"/>
                <a:cs typeface="FVJETM+Arimo Bold"/>
              </a:rPr>
              <a:t>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114373" y="2835472"/>
            <a:ext cx="1267575" cy="676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25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0" spc="14" b="1">
                <a:solidFill>
                  <a:srgbClr val="582e13"/>
                </a:solidFill>
                <a:latin typeface="FVJETM+Arimo Bold"/>
                <a:cs typeface="FVJETM+Arimo Bold"/>
              </a:rPr>
              <a:t>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49562" y="2952750"/>
            <a:ext cx="1842731" cy="676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025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0" spc="14" b="1">
                <a:solidFill>
                  <a:srgbClr val="582e13"/>
                </a:solidFill>
                <a:latin typeface="FVJETM+Arimo Bold"/>
                <a:cs typeface="FVJETM+Arimo Bold"/>
              </a:rPr>
              <a:t>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505974" y="4223069"/>
            <a:ext cx="4842750" cy="13243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078"/>
              </a:lnSpc>
              <a:spcBef>
                <a:spcPts val="0"/>
              </a:spcBef>
              <a:spcAft>
                <a:spcPts val="0"/>
              </a:spcAft>
            </a:pPr>
            <a:r>
              <a:rPr dirty="0" sz="2550" spc="11" b="1">
                <a:solidFill>
                  <a:srgbClr val="3b3535"/>
                </a:solidFill>
                <a:latin typeface="QVNAQG+Times NR MT Pro Bold"/>
                <a:cs typeface="QVNAQG+Times NR MT Pro Bold"/>
              </a:rPr>
              <a:t></a:t>
            </a:r>
            <a:r>
              <a:rPr dirty="0" sz="2550" spc="10">
                <a:solidFill>
                  <a:srgbClr val="3b3535"/>
                </a:solidFill>
                <a:latin typeface="DBPUAR+Times NR MT Pro"/>
                <a:cs typeface="DBPUAR+Times NR MT Pro"/>
              </a:rPr>
              <a:t></a:t>
            </a:r>
          </a:p>
          <a:p>
            <a:pPr marL="0" marR="0">
              <a:lnSpc>
                <a:spcPts val="2972"/>
              </a:lnSpc>
              <a:spcBef>
                <a:spcPts val="502"/>
              </a:spcBef>
              <a:spcAft>
                <a:spcPts val="0"/>
              </a:spcAft>
            </a:pPr>
            <a:r>
              <a:rPr dirty="0" sz="2550" spc="11">
                <a:solidFill>
                  <a:srgbClr val="3b3535"/>
                </a:solidFill>
                <a:latin typeface="DBPUAR+Times NR MT Pro"/>
                <a:cs typeface="DBPUAR+Times NR MT Pro"/>
              </a:rPr>
              <a:t></a:t>
            </a:r>
          </a:p>
          <a:p>
            <a:pPr marL="0" marR="0">
              <a:lnSpc>
                <a:spcPts val="2972"/>
              </a:lnSpc>
              <a:spcBef>
                <a:spcPts val="502"/>
              </a:spcBef>
              <a:spcAft>
                <a:spcPts val="0"/>
              </a:spcAft>
            </a:pPr>
            <a:r>
              <a:rPr dirty="0" sz="2550" spc="10">
                <a:solidFill>
                  <a:srgbClr val="3b3535"/>
                </a:solidFill>
                <a:latin typeface="DBPUAR+Times NR MT Pro"/>
                <a:cs typeface="DBPUAR+Times NR MT Pro"/>
              </a:rPr>
              <a:t>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63809" y="4366032"/>
            <a:ext cx="10716827" cy="5077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078"/>
              </a:lnSpc>
              <a:spcBef>
                <a:spcPts val="0"/>
              </a:spcBef>
              <a:spcAft>
                <a:spcPts val="0"/>
              </a:spcAft>
            </a:pPr>
            <a:r>
              <a:rPr dirty="0" sz="2550" spc="10" b="1">
                <a:solidFill>
                  <a:srgbClr val="3b3535"/>
                </a:solidFill>
                <a:latin typeface="QVNAQG+Times NR MT Pro Bold"/>
                <a:cs typeface="QVNAQG+Times NR MT Pro Bold"/>
              </a:rPr>
              <a:t></a:t>
            </a:r>
            <a:r>
              <a:rPr dirty="0" sz="2550" spc="11">
                <a:solidFill>
                  <a:srgbClr val="3b3535"/>
                </a:solidFill>
                <a:latin typeface="DBPUAR+Times NR MT Pro"/>
                <a:cs typeface="DBPUAR+Times NR MT Pro"/>
              </a:rPr>
              <a:t></a:t>
            </a:r>
            <a:r>
              <a:rPr dirty="0" sz="2550" spc="1839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550" spc="11" b="1">
                <a:solidFill>
                  <a:srgbClr val="3b3535"/>
                </a:solidFill>
                <a:latin typeface="QVNAQG+Times NR MT Pro Bold"/>
                <a:cs typeface="QVNAQG+Times NR MT Pro Bold"/>
              </a:rPr>
              <a:t></a:t>
            </a:r>
            <a:r>
              <a:rPr dirty="0" sz="2550" spc="12">
                <a:solidFill>
                  <a:srgbClr val="3b3535"/>
                </a:solidFill>
                <a:latin typeface="DBPUAR+Times NR MT Pro"/>
                <a:cs typeface="DBPUAR+Times NR MT Pro"/>
              </a:rPr>
              <a:t>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934892" y="4827087"/>
            <a:ext cx="5111490" cy="4156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7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50" spc="11">
                <a:solidFill>
                  <a:srgbClr val="3b3535"/>
                </a:solidFill>
                <a:latin typeface="DBPUAR+Times NR MT Pro"/>
                <a:cs typeface="DBPUAR+Times NR MT Pro"/>
              </a:rPr>
              <a:t>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63809" y="4905840"/>
            <a:ext cx="4197720" cy="8633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7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50" spc="12">
                <a:solidFill>
                  <a:srgbClr val="3b3535"/>
                </a:solidFill>
                <a:latin typeface="DBPUAR+Times NR MT Pro"/>
                <a:cs typeface="DBPUAR+Times NR MT Pro"/>
              </a:rPr>
              <a:t></a:t>
            </a:r>
          </a:p>
          <a:p>
            <a:pPr marL="0" marR="0">
              <a:lnSpc>
                <a:spcPts val="2972"/>
              </a:lnSpc>
              <a:spcBef>
                <a:spcPts val="502"/>
              </a:spcBef>
              <a:spcAft>
                <a:spcPts val="0"/>
              </a:spcAft>
            </a:pPr>
            <a:r>
              <a:rPr dirty="0" sz="2550" spc="11">
                <a:solidFill>
                  <a:srgbClr val="3b3535"/>
                </a:solidFill>
                <a:latin typeface="DBPUAR+Times NR MT Pro"/>
                <a:cs typeface="DBPUAR+Times NR MT Pro"/>
              </a:rPr>
              <a:t>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934892" y="5274762"/>
            <a:ext cx="4896813" cy="4156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7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50" spc="10">
                <a:solidFill>
                  <a:srgbClr val="3b3535"/>
                </a:solidFill>
                <a:latin typeface="DBPUAR+Times NR MT Pro"/>
                <a:cs typeface="DBPUAR+Times NR MT Pro"/>
              </a:rPr>
              <a:t>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63809" y="5709057"/>
            <a:ext cx="10959342" cy="5077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078"/>
              </a:lnSpc>
              <a:spcBef>
                <a:spcPts val="0"/>
              </a:spcBef>
              <a:spcAft>
                <a:spcPts val="0"/>
              </a:spcAft>
            </a:pPr>
            <a:r>
              <a:rPr dirty="0" sz="2550" spc="11" b="1">
                <a:solidFill>
                  <a:srgbClr val="3b3535"/>
                </a:solidFill>
                <a:latin typeface="QVNAQG+Times NR MT Pro Bold"/>
                <a:cs typeface="QVNAQG+Times NR MT Pro Bold"/>
              </a:rPr>
              <a:t></a:t>
            </a:r>
            <a:r>
              <a:rPr dirty="0" sz="2550" spc="12">
                <a:solidFill>
                  <a:srgbClr val="3b3535"/>
                </a:solidFill>
                <a:latin typeface="DBPUAR+Times NR MT Pro"/>
                <a:cs typeface="DBPUAR+Times NR MT Pro"/>
              </a:rPr>
              <a:t></a:t>
            </a:r>
            <a:r>
              <a:rPr dirty="0" sz="2550" spc="4686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550" spc="10" b="1">
                <a:solidFill>
                  <a:srgbClr val="3b3535"/>
                </a:solidFill>
                <a:latin typeface="QVNAQG+Times NR MT Pro Bold"/>
                <a:cs typeface="QVNAQG+Times NR MT Pro Bold"/>
              </a:rPr>
              <a:t></a:t>
            </a:r>
            <a:r>
              <a:rPr dirty="0" sz="2550" spc="11">
                <a:solidFill>
                  <a:srgbClr val="3b3535"/>
                </a:solidFill>
                <a:latin typeface="DBPUAR+Times NR MT Pro"/>
                <a:cs typeface="DBPUAR+Times NR MT Pro"/>
              </a:rPr>
              <a:t>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934892" y="6170112"/>
            <a:ext cx="4463920" cy="4156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7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50" spc="11">
                <a:solidFill>
                  <a:srgbClr val="3b3535"/>
                </a:solidFill>
                <a:latin typeface="DBPUAR+Times NR MT Pro"/>
                <a:cs typeface="DBPUAR+Times NR MT Pro"/>
              </a:rPr>
              <a:t>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63809" y="6248865"/>
            <a:ext cx="4589851" cy="8633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7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50" spc="11">
                <a:solidFill>
                  <a:srgbClr val="3b3535"/>
                </a:solidFill>
                <a:latin typeface="DBPUAR+Times NR MT Pro"/>
                <a:cs typeface="DBPUAR+Times NR MT Pro"/>
              </a:rPr>
              <a:t></a:t>
            </a:r>
          </a:p>
          <a:p>
            <a:pPr marL="0" marR="0">
              <a:lnSpc>
                <a:spcPts val="2972"/>
              </a:lnSpc>
              <a:spcBef>
                <a:spcPts val="502"/>
              </a:spcBef>
              <a:spcAft>
                <a:spcPts val="0"/>
              </a:spcAft>
            </a:pPr>
            <a:r>
              <a:rPr dirty="0" sz="2550" spc="11">
                <a:solidFill>
                  <a:srgbClr val="3b3535"/>
                </a:solidFill>
                <a:latin typeface="DBPUAR+Times NR MT Pro"/>
                <a:cs typeface="DBPUAR+Times NR MT Pro"/>
              </a:rPr>
              <a:t>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934892" y="6617787"/>
            <a:ext cx="1678211" cy="4156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7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50" spc="11">
                <a:solidFill>
                  <a:srgbClr val="3b3535"/>
                </a:solidFill>
                <a:latin typeface="DBPUAR+Times NR MT Pro"/>
                <a:cs typeface="DBPUAR+Times NR MT Pro"/>
              </a:rPr>
              <a:t>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63809" y="7130836"/>
            <a:ext cx="4345527" cy="13243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078"/>
              </a:lnSpc>
              <a:spcBef>
                <a:spcPts val="0"/>
              </a:spcBef>
              <a:spcAft>
                <a:spcPts val="0"/>
              </a:spcAft>
            </a:pPr>
            <a:r>
              <a:rPr dirty="0" sz="2550" spc="11" b="1">
                <a:solidFill>
                  <a:srgbClr val="3b3535"/>
                </a:solidFill>
                <a:latin typeface="QVNAQG+Times NR MT Pro Bold"/>
                <a:cs typeface="QVNAQG+Times NR MT Pro Bold"/>
              </a:rPr>
              <a:t></a:t>
            </a:r>
            <a:r>
              <a:rPr dirty="0" sz="2550" spc="12">
                <a:solidFill>
                  <a:srgbClr val="3b3535"/>
                </a:solidFill>
                <a:latin typeface="DBPUAR+Times NR MT Pro"/>
                <a:cs typeface="DBPUAR+Times NR MT Pro"/>
              </a:rPr>
              <a:t></a:t>
            </a:r>
          </a:p>
          <a:p>
            <a:pPr marL="0" marR="0">
              <a:lnSpc>
                <a:spcPts val="2972"/>
              </a:lnSpc>
              <a:spcBef>
                <a:spcPts val="502"/>
              </a:spcBef>
              <a:spcAft>
                <a:spcPts val="0"/>
              </a:spcAft>
            </a:pPr>
            <a:r>
              <a:rPr dirty="0" sz="2550" spc="11">
                <a:solidFill>
                  <a:srgbClr val="3b3535"/>
                </a:solidFill>
                <a:latin typeface="DBPUAR+Times NR MT Pro"/>
                <a:cs typeface="DBPUAR+Times NR MT Pro"/>
              </a:rPr>
              <a:t></a:t>
            </a:r>
          </a:p>
          <a:p>
            <a:pPr marL="0" marR="0">
              <a:lnSpc>
                <a:spcPts val="2972"/>
              </a:lnSpc>
              <a:spcBef>
                <a:spcPts val="502"/>
              </a:spcBef>
              <a:spcAft>
                <a:spcPts val="0"/>
              </a:spcAft>
            </a:pPr>
            <a:r>
              <a:rPr dirty="0" sz="2550" spc="11">
                <a:solidFill>
                  <a:srgbClr val="3b3535"/>
                </a:solidFill>
                <a:latin typeface="DBPUAR+Times NR MT Pro"/>
                <a:cs typeface="DBPUAR+Times NR MT Pro"/>
              </a:rPr>
              <a:t>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8288000" cy="102743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779794" y="1336606"/>
            <a:ext cx="2361412" cy="7211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4800" b="1">
                <a:solidFill>
                  <a:srgbClr val="582e13"/>
                </a:solidFill>
                <a:latin typeface="GMABEW+Arimo Bold"/>
                <a:cs typeface="GMABEW+Arimo Bold"/>
              </a:rPr>
              <a:t>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12927" y="1413081"/>
            <a:ext cx="4598095" cy="719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362"/>
              </a:lnSpc>
              <a:spcBef>
                <a:spcPts val="0"/>
              </a:spcBef>
              <a:spcAft>
                <a:spcPts val="0"/>
              </a:spcAft>
            </a:pPr>
            <a:r>
              <a:rPr dirty="0" sz="4800" b="1">
                <a:solidFill>
                  <a:srgbClr val="582e13"/>
                </a:solidFill>
                <a:latin typeface="GMABEW+Arimo Bold"/>
                <a:cs typeface="GMABEW+Arimo Bold"/>
              </a:rPr>
              <a:t>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412927" y="2070370"/>
            <a:ext cx="10871796" cy="8143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4800" b="1">
                <a:solidFill>
                  <a:srgbClr val="582e13"/>
                </a:solidFill>
                <a:latin typeface="GMABEW+Arimo Bold"/>
                <a:cs typeface="GMABEW+Arimo Bold"/>
              </a:rPr>
              <a:t></a:t>
            </a:r>
            <a:r>
              <a:rPr dirty="0" sz="4800" spc="13511" b="1">
                <a:solidFill>
                  <a:srgbClr val="582e13"/>
                </a:solidFill>
                <a:latin typeface="Times New Roman"/>
                <a:cs typeface="Times New Roman"/>
              </a:rPr>
              <a:t> </a:t>
            </a:r>
            <a:r>
              <a:rPr dirty="0" sz="4800" b="1">
                <a:solidFill>
                  <a:srgbClr val="582e13"/>
                </a:solidFill>
                <a:latin typeface="GMABEW+Arimo Bold"/>
                <a:cs typeface="GMABEW+Arimo Bold"/>
              </a:rPr>
              <a:t></a:t>
            </a:r>
            <a:r>
              <a:rPr dirty="0" sz="4800" spc="126" b="1">
                <a:solidFill>
                  <a:srgbClr val="582e13"/>
                </a:solidFill>
                <a:latin typeface="Times New Roman"/>
                <a:cs typeface="Times New Roman"/>
              </a:rPr>
              <a:t> </a:t>
            </a:r>
            <a:r>
              <a:rPr dirty="0" sz="4800" b="1">
                <a:solidFill>
                  <a:srgbClr val="582e13"/>
                </a:solidFill>
                <a:latin typeface="GMABEW+Arimo Bold"/>
                <a:cs typeface="GMABEW+Arimo Bold"/>
              </a:rPr>
              <a:t>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582910" y="2987813"/>
            <a:ext cx="4990763" cy="6263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35"/>
              </a:lnSpc>
              <a:spcBef>
                <a:spcPts val="0"/>
              </a:spcBef>
              <a:spcAft>
                <a:spcPts val="0"/>
              </a:spcAft>
            </a:pP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</a:t>
            </a:r>
            <a:r>
              <a:rPr dirty="0" sz="1950" spc="257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</a:t>
            </a:r>
            <a:r>
              <a:rPr dirty="0" sz="1950" spc="842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</a:t>
            </a:r>
            <a:r>
              <a:rPr dirty="0" sz="1950" spc="641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</a:t>
            </a:r>
          </a:p>
          <a:p>
            <a:pPr marL="0" marR="0">
              <a:lnSpc>
                <a:spcPts val="2314"/>
              </a:lnSpc>
              <a:spcBef>
                <a:spcPts val="82"/>
              </a:spcBef>
              <a:spcAft>
                <a:spcPts val="0"/>
              </a:spcAft>
            </a:pPr>
            <a:r>
              <a:rPr dirty="0" sz="1950" b="1">
                <a:solidFill>
                  <a:srgbClr val="1f1e1e"/>
                </a:solidFill>
                <a:latin typeface="ORPVWU+Times NR MT Pro Bold"/>
                <a:cs typeface="ORPVWU+Times NR MT Pro Bold"/>
              </a:rPr>
              <a:t>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</a:t>
            </a:r>
            <a:r>
              <a:rPr dirty="0" sz="1950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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281033" y="3196141"/>
            <a:ext cx="1765759" cy="38821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56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>
                <a:solidFill>
                  <a:srgbClr val="3b3535"/>
                </a:solidFill>
                <a:latin typeface="FRLPGI+Times NR MT Pro"/>
                <a:cs typeface="FRLPGI+Times NR MT Pro"/>
              </a:rPr>
              <a:t>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869143" y="3386170"/>
            <a:ext cx="401548" cy="440354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7756" marR="0">
              <a:lnSpc>
                <a:spcPts val="3435"/>
              </a:lnSpc>
              <a:spcBef>
                <a:spcPts val="0"/>
              </a:spcBef>
              <a:spcAft>
                <a:spcPts val="0"/>
              </a:spcAft>
            </a:pPr>
            <a:r>
              <a:rPr dirty="0" sz="2650">
                <a:solidFill>
                  <a:srgbClr val="3b3535"/>
                </a:solidFill>
                <a:latin typeface="CRBNHP+IBM Plex Sans"/>
                <a:cs typeface="CRBNHP+IBM Plex Sans"/>
              </a:rPr>
              <a:t></a:t>
            </a:r>
          </a:p>
          <a:p>
            <a:pPr marL="41254" marR="0">
              <a:lnSpc>
                <a:spcPts val="3435"/>
              </a:lnSpc>
              <a:spcBef>
                <a:spcPts val="12064"/>
              </a:spcBef>
              <a:spcAft>
                <a:spcPts val="0"/>
              </a:spcAft>
            </a:pPr>
            <a:r>
              <a:rPr dirty="0" sz="2650">
                <a:solidFill>
                  <a:srgbClr val="3b3535"/>
                </a:solidFill>
                <a:latin typeface="CRBNHP+IBM Plex Sans"/>
                <a:cs typeface="CRBNHP+IBM Plex Sans"/>
              </a:rPr>
              <a:t></a:t>
            </a:r>
          </a:p>
          <a:p>
            <a:pPr marL="0" marR="0">
              <a:lnSpc>
                <a:spcPts val="3435"/>
              </a:lnSpc>
              <a:spcBef>
                <a:spcPts val="12051"/>
              </a:spcBef>
              <a:spcAft>
                <a:spcPts val="0"/>
              </a:spcAft>
            </a:pPr>
            <a:r>
              <a:rPr dirty="0" sz="2650">
                <a:solidFill>
                  <a:srgbClr val="3b3535"/>
                </a:solidFill>
                <a:latin typeface="CRBNHP+IBM Plex Sans"/>
                <a:cs typeface="CRBNHP+IBM Plex Sans"/>
              </a:rPr>
              <a:t>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582910" y="3586472"/>
            <a:ext cx="7642491" cy="27668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14"/>
              </a:lnSpc>
              <a:spcBef>
                <a:spcPts val="0"/>
              </a:spcBef>
              <a:spcAft>
                <a:spcPts val="0"/>
              </a:spcAft>
            </a:pPr>
            <a:r>
              <a:rPr dirty="0" sz="1950" b="1">
                <a:solidFill>
                  <a:srgbClr val="1f1e1e"/>
                </a:solidFill>
                <a:latin typeface="ORPVWU+Times NR MT Pro Bold"/>
                <a:cs typeface="ORPVWU+Times NR MT Pro Bold"/>
              </a:rPr>
              <a:t>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</a:t>
            </a:r>
            <a:r>
              <a:rPr dirty="0" sz="1950" spc="580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</a:t>
            </a:r>
            <a:r>
              <a:rPr dirty="0" sz="1950" spc="1064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</a:t>
            </a:r>
            <a:r>
              <a:rPr dirty="0" sz="1950" spc="160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</a:t>
            </a:r>
            <a:r>
              <a:rPr dirty="0" sz="1950" spc="997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</a:t>
            </a:r>
            <a:r>
              <a:rPr dirty="0" sz="1950" spc="1007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</a:t>
            </a:r>
            <a:r>
              <a:rPr dirty="0" sz="1950" spc="2069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</a:t>
            </a:r>
          </a:p>
          <a:p>
            <a:pPr marL="0" marR="0">
              <a:lnSpc>
                <a:spcPts val="2314"/>
              </a:lnSpc>
              <a:spcBef>
                <a:spcPts val="82"/>
              </a:spcBef>
              <a:spcAft>
                <a:spcPts val="0"/>
              </a:spcAft>
            </a:pPr>
            <a:r>
              <a:rPr dirty="0" sz="1950" b="1">
                <a:solidFill>
                  <a:srgbClr val="1f1e1e"/>
                </a:solidFill>
                <a:latin typeface="ORPVWU+Times NR MT Pro Bold"/>
                <a:cs typeface="ORPVWU+Times NR MT Pro Bold"/>
              </a:rPr>
              <a:t>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</a:t>
            </a:r>
            <a:r>
              <a:rPr dirty="0" sz="1950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</a:t>
            </a:r>
          </a:p>
          <a:p>
            <a:pPr marL="0" marR="0">
              <a:lnSpc>
                <a:spcPts val="2235"/>
              </a:lnSpc>
              <a:spcBef>
                <a:spcPts val="161"/>
              </a:spcBef>
              <a:spcAft>
                <a:spcPts val="0"/>
              </a:spcAft>
            </a:pP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</a:t>
            </a:r>
            <a:r>
              <a:rPr dirty="0" sz="1950" spc="570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</a:t>
            </a:r>
          </a:p>
          <a:p>
            <a:pPr marL="0" marR="0">
              <a:lnSpc>
                <a:spcPts val="2314"/>
              </a:lnSpc>
              <a:spcBef>
                <a:spcPts val="82"/>
              </a:spcBef>
              <a:spcAft>
                <a:spcPts val="0"/>
              </a:spcAft>
            </a:pPr>
            <a:r>
              <a:rPr dirty="0" sz="1950" b="1">
                <a:solidFill>
                  <a:srgbClr val="1f1e1e"/>
                </a:solidFill>
                <a:latin typeface="ORPVWU+Times NR MT Pro Bold"/>
                <a:cs typeface="ORPVWU+Times NR MT Pro Bold"/>
              </a:rPr>
              <a:t></a:t>
            </a:r>
            <a:r>
              <a:rPr dirty="0" sz="1950" b="1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</a:t>
            </a:r>
          </a:p>
          <a:p>
            <a:pPr marL="0" marR="0">
              <a:lnSpc>
                <a:spcPts val="2314"/>
              </a:lnSpc>
              <a:spcBef>
                <a:spcPts val="82"/>
              </a:spcBef>
              <a:spcAft>
                <a:spcPts val="0"/>
              </a:spcAft>
            </a:pPr>
            <a:r>
              <a:rPr dirty="0" sz="1950" b="1">
                <a:solidFill>
                  <a:srgbClr val="1f1e1e"/>
                </a:solidFill>
                <a:latin typeface="ORPVWU+Times NR MT Pro Bold"/>
                <a:cs typeface="ORPVWU+Times NR MT Pro Bold"/>
              </a:rPr>
              <a:t>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</a:t>
            </a:r>
            <a:r>
              <a:rPr dirty="0" sz="1950" spc="581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</a:t>
            </a:r>
          </a:p>
          <a:p>
            <a:pPr marL="0" marR="0">
              <a:lnSpc>
                <a:spcPts val="2314"/>
              </a:lnSpc>
              <a:spcBef>
                <a:spcPts val="82"/>
              </a:spcBef>
              <a:spcAft>
                <a:spcPts val="0"/>
              </a:spcAft>
            </a:pPr>
            <a:r>
              <a:rPr dirty="0" sz="1950" b="1">
                <a:solidFill>
                  <a:srgbClr val="1f1e1e"/>
                </a:solidFill>
                <a:latin typeface="ORPVWU+Times NR MT Pro Bold"/>
                <a:cs typeface="ORPVWU+Times NR MT Pro Bold"/>
              </a:rPr>
              <a:t>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</a:t>
            </a:r>
            <a:r>
              <a:rPr dirty="0" sz="1950" spc="684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</a:t>
            </a:r>
            <a:r>
              <a:rPr dirty="0" sz="1950" spc="1108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</a:t>
            </a:r>
          </a:p>
          <a:p>
            <a:pPr marL="0" marR="0">
              <a:lnSpc>
                <a:spcPts val="2314"/>
              </a:lnSpc>
              <a:spcBef>
                <a:spcPts val="82"/>
              </a:spcBef>
              <a:spcAft>
                <a:spcPts val="0"/>
              </a:spcAft>
            </a:pPr>
            <a:r>
              <a:rPr dirty="0" sz="1950" b="1">
                <a:solidFill>
                  <a:srgbClr val="1f1e1e"/>
                </a:solidFill>
                <a:latin typeface="ORPVWU+Times NR MT Pro Bold"/>
                <a:cs typeface="ORPVWU+Times NR MT Pro Bold"/>
              </a:rPr>
              <a:t>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</a:t>
            </a:r>
            <a:r>
              <a:rPr dirty="0" sz="1950" spc="1001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</a:t>
            </a:r>
            <a:r>
              <a:rPr dirty="0" sz="1950" spc="562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</a:t>
            </a:r>
          </a:p>
          <a:p>
            <a:pPr marL="0" marR="0">
              <a:lnSpc>
                <a:spcPts val="2235"/>
              </a:lnSpc>
              <a:spcBef>
                <a:spcPts val="161"/>
              </a:spcBef>
              <a:spcAft>
                <a:spcPts val="0"/>
              </a:spcAft>
            </a:pP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</a:t>
            </a:r>
            <a:r>
              <a:rPr dirty="0" sz="1950" spc="481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</a:t>
            </a:r>
            <a:r>
              <a:rPr dirty="0" sz="1950" spc="39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</a:t>
            </a:r>
          </a:p>
          <a:p>
            <a:pPr marL="0" marR="0">
              <a:lnSpc>
                <a:spcPts val="2235"/>
              </a:lnSpc>
              <a:spcBef>
                <a:spcPts val="161"/>
              </a:spcBef>
              <a:spcAft>
                <a:spcPts val="0"/>
              </a:spcAft>
            </a:pP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</a:t>
            </a:r>
            <a:r>
              <a:rPr dirty="0" sz="1950" spc="581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</a:t>
            </a:r>
            <a:r>
              <a:rPr dirty="0" sz="1950" spc="158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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281033" y="3639550"/>
            <a:ext cx="5800356" cy="11496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7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50">
                <a:solidFill>
                  <a:srgbClr val="3b3535"/>
                </a:solidFill>
                <a:latin typeface="FRLPGI+Times NR MT Pro"/>
                <a:cs typeface="FRLPGI+Times NR MT Pro"/>
              </a:rPr>
              <a:t></a:t>
            </a:r>
          </a:p>
          <a:p>
            <a:pPr marL="0" marR="0">
              <a:lnSpc>
                <a:spcPts val="2374"/>
              </a:lnSpc>
              <a:spcBef>
                <a:spcPts val="814"/>
              </a:spcBef>
              <a:spcAft>
                <a:spcPts val="0"/>
              </a:spcAft>
            </a:pPr>
            <a:r>
              <a:rPr dirty="0" sz="2050">
                <a:solidFill>
                  <a:srgbClr val="3b3535"/>
                </a:solidFill>
                <a:latin typeface="FRLPGI+Times NR MT Pro"/>
                <a:cs typeface="FRLPGI+Times NR MT Pro"/>
              </a:rPr>
              <a:t></a:t>
            </a:r>
          </a:p>
          <a:p>
            <a:pPr marL="0" marR="0">
              <a:lnSpc>
                <a:spcPts val="2374"/>
              </a:lnSpc>
              <a:spcBef>
                <a:spcPts val="814"/>
              </a:spcBef>
              <a:spcAft>
                <a:spcPts val="0"/>
              </a:spcAft>
            </a:pPr>
            <a:r>
              <a:rPr dirty="0" sz="2050">
                <a:solidFill>
                  <a:srgbClr val="3b3535"/>
                </a:solidFill>
                <a:latin typeface="FRLPGI+Times NR MT Pro"/>
                <a:cs typeface="FRLPGI+Times NR MT Pro"/>
              </a:rPr>
              <a:t>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503989" y="3900890"/>
            <a:ext cx="1753271" cy="32194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35"/>
              </a:lnSpc>
              <a:spcBef>
                <a:spcPts val="0"/>
              </a:spcBef>
              <a:spcAft>
                <a:spcPts val="0"/>
              </a:spcAft>
            </a:pP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</a:t>
            </a:r>
            <a:r>
              <a:rPr dirty="0" sz="1950" spc="579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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281033" y="5105716"/>
            <a:ext cx="2034399" cy="38821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56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>
                <a:solidFill>
                  <a:srgbClr val="3b3535"/>
                </a:solidFill>
                <a:latin typeface="FRLPGI+Times NR MT Pro"/>
                <a:cs typeface="FRLPGI+Times NR MT Pro"/>
              </a:rPr>
              <a:t>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281033" y="5549125"/>
            <a:ext cx="5395052" cy="114960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7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50">
                <a:solidFill>
                  <a:srgbClr val="3b3535"/>
                </a:solidFill>
                <a:latin typeface="FRLPGI+Times NR MT Pro"/>
                <a:cs typeface="FRLPGI+Times NR MT Pro"/>
              </a:rPr>
              <a:t></a:t>
            </a:r>
          </a:p>
          <a:p>
            <a:pPr marL="0" marR="0">
              <a:lnSpc>
                <a:spcPts val="2374"/>
              </a:lnSpc>
              <a:spcBef>
                <a:spcPts val="814"/>
              </a:spcBef>
              <a:spcAft>
                <a:spcPts val="0"/>
              </a:spcAft>
            </a:pPr>
            <a:r>
              <a:rPr dirty="0" sz="2050">
                <a:solidFill>
                  <a:srgbClr val="3b3535"/>
                </a:solidFill>
                <a:latin typeface="FRLPGI+Times NR MT Pro"/>
                <a:cs typeface="FRLPGI+Times NR MT Pro"/>
              </a:rPr>
              <a:t></a:t>
            </a:r>
          </a:p>
          <a:p>
            <a:pPr marL="0" marR="0">
              <a:lnSpc>
                <a:spcPts val="2374"/>
              </a:lnSpc>
              <a:spcBef>
                <a:spcPts val="814"/>
              </a:spcBef>
              <a:spcAft>
                <a:spcPts val="0"/>
              </a:spcAft>
            </a:pPr>
            <a:r>
              <a:rPr dirty="0" sz="2050">
                <a:solidFill>
                  <a:srgbClr val="3b3535"/>
                </a:solidFill>
                <a:latin typeface="FRLPGI+Times NR MT Pro"/>
                <a:cs typeface="FRLPGI+Times NR MT Pro"/>
              </a:rPr>
              <a:t>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582910" y="6325703"/>
            <a:ext cx="2123932" cy="3320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14"/>
              </a:lnSpc>
              <a:spcBef>
                <a:spcPts val="0"/>
              </a:spcBef>
              <a:spcAft>
                <a:spcPts val="0"/>
              </a:spcAft>
            </a:pPr>
            <a:r>
              <a:rPr dirty="0" sz="1950" b="1">
                <a:solidFill>
                  <a:srgbClr val="1f1e1e"/>
                </a:solidFill>
                <a:latin typeface="ORPVWU+Times NR MT Pro Bold"/>
                <a:cs typeface="ORPVWU+Times NR MT Pro Bold"/>
              </a:rPr>
              <a:t>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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2077123" y="6335761"/>
            <a:ext cx="1799580" cy="32194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35"/>
              </a:lnSpc>
              <a:spcBef>
                <a:spcPts val="0"/>
              </a:spcBef>
              <a:spcAft>
                <a:spcPts val="0"/>
              </a:spcAft>
            </a:pP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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582910" y="6630062"/>
            <a:ext cx="7657760" cy="6363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14"/>
              </a:lnSpc>
              <a:spcBef>
                <a:spcPts val="0"/>
              </a:spcBef>
              <a:spcAft>
                <a:spcPts val="0"/>
              </a:spcAft>
            </a:pPr>
            <a:r>
              <a:rPr dirty="0" sz="1950" b="1">
                <a:solidFill>
                  <a:srgbClr val="1f1e1e"/>
                </a:solidFill>
                <a:latin typeface="ORPVWU+Times NR MT Pro Bold"/>
                <a:cs typeface="ORPVWU+Times NR MT Pro Bold"/>
              </a:rPr>
              <a:t>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</a:t>
            </a:r>
            <a:r>
              <a:rPr dirty="0" sz="1950" spc="471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</a:t>
            </a:r>
            <a:r>
              <a:rPr dirty="0" sz="1950" spc="2274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</a:t>
            </a:r>
            <a:r>
              <a:rPr dirty="0" sz="1950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</a:t>
            </a:r>
            <a:r>
              <a:rPr dirty="0" sz="1950" spc="1646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</a:t>
            </a:r>
          </a:p>
          <a:p>
            <a:pPr marL="0" marR="0">
              <a:lnSpc>
                <a:spcPts val="2235"/>
              </a:lnSpc>
              <a:spcBef>
                <a:spcPts val="161"/>
              </a:spcBef>
              <a:spcAft>
                <a:spcPts val="0"/>
              </a:spcAft>
            </a:pP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</a:t>
            </a:r>
            <a:r>
              <a:rPr dirty="0" sz="1950" spc="846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</a:t>
            </a:r>
            <a:r>
              <a:rPr dirty="0" sz="1950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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281033" y="7129956"/>
            <a:ext cx="2939836" cy="38821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56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>
                <a:solidFill>
                  <a:srgbClr val="3b3535"/>
                </a:solidFill>
                <a:latin typeface="FRLPGI+Times NR MT Pro"/>
                <a:cs typeface="FRLPGI+Times NR MT Pro"/>
              </a:rPr>
              <a:t>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582910" y="7238779"/>
            <a:ext cx="2119229" cy="3320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14"/>
              </a:lnSpc>
              <a:spcBef>
                <a:spcPts val="0"/>
              </a:spcBef>
              <a:spcAft>
                <a:spcPts val="0"/>
              </a:spcAft>
            </a:pPr>
            <a:r>
              <a:rPr dirty="0" sz="1950" b="1">
                <a:solidFill>
                  <a:srgbClr val="1f1e1e"/>
                </a:solidFill>
                <a:latin typeface="ORPVWU+Times NR MT Pro Bold"/>
                <a:cs typeface="ORPVWU+Times NR MT Pro Bold"/>
              </a:rPr>
              <a:t></a:t>
            </a:r>
            <a:r>
              <a:rPr dirty="0" sz="1950" spc="1070" b="1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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2044229" y="7248837"/>
            <a:ext cx="2060530" cy="32194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35"/>
              </a:lnSpc>
              <a:spcBef>
                <a:spcPts val="0"/>
              </a:spcBef>
              <a:spcAft>
                <a:spcPts val="0"/>
              </a:spcAft>
            </a:pP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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4390923" y="7248837"/>
            <a:ext cx="1440676" cy="32194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35"/>
              </a:lnSpc>
              <a:spcBef>
                <a:spcPts val="0"/>
              </a:spcBef>
              <a:spcAft>
                <a:spcPts val="0"/>
              </a:spcAft>
            </a:pP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</a:t>
            </a:r>
            <a:r>
              <a:rPr dirty="0" sz="1950" spc="360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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582910" y="7543139"/>
            <a:ext cx="6696095" cy="6363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14"/>
              </a:lnSpc>
              <a:spcBef>
                <a:spcPts val="0"/>
              </a:spcBef>
              <a:spcAft>
                <a:spcPts val="0"/>
              </a:spcAft>
            </a:pPr>
            <a:r>
              <a:rPr dirty="0" sz="1950" b="1">
                <a:solidFill>
                  <a:srgbClr val="1f1e1e"/>
                </a:solidFill>
                <a:latin typeface="ORPVWU+Times NR MT Pro Bold"/>
                <a:cs typeface="ORPVWU+Times NR MT Pro Bold"/>
              </a:rPr>
              <a:t>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</a:t>
            </a:r>
            <a:r>
              <a:rPr dirty="0" sz="1950" spc="1652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</a:t>
            </a:r>
            <a:r>
              <a:rPr dirty="0" sz="1950" spc="259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</a:t>
            </a:r>
            <a:r>
              <a:rPr dirty="0" sz="1950" spc="1846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</a:t>
            </a:r>
          </a:p>
          <a:p>
            <a:pPr marL="0" marR="0">
              <a:lnSpc>
                <a:spcPts val="2235"/>
              </a:lnSpc>
              <a:spcBef>
                <a:spcPts val="161"/>
              </a:spcBef>
              <a:spcAft>
                <a:spcPts val="0"/>
              </a:spcAft>
            </a:pP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</a:t>
            </a:r>
            <a:r>
              <a:rPr dirty="0" sz="1950" spc="1064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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281033" y="7581981"/>
            <a:ext cx="5175587" cy="7618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7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50">
                <a:solidFill>
                  <a:srgbClr val="3b3535"/>
                </a:solidFill>
                <a:latin typeface="FRLPGI+Times NR MT Pro"/>
                <a:cs typeface="FRLPGI+Times NR MT Pro"/>
              </a:rPr>
              <a:t></a:t>
            </a:r>
          </a:p>
          <a:p>
            <a:pPr marL="0" marR="0">
              <a:lnSpc>
                <a:spcPts val="2374"/>
              </a:lnSpc>
              <a:spcBef>
                <a:spcPts val="949"/>
              </a:spcBef>
              <a:spcAft>
                <a:spcPts val="0"/>
              </a:spcAft>
            </a:pPr>
            <a:r>
              <a:rPr dirty="0" sz="2050">
                <a:solidFill>
                  <a:srgbClr val="3b3535"/>
                </a:solidFill>
                <a:latin typeface="FRLPGI+Times NR MT Pro"/>
                <a:cs typeface="FRLPGI+Times NR MT Pro"/>
              </a:rPr>
              <a:t>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9582910" y="8151856"/>
            <a:ext cx="2039687" cy="3320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14"/>
              </a:lnSpc>
              <a:spcBef>
                <a:spcPts val="0"/>
              </a:spcBef>
              <a:spcAft>
                <a:spcPts val="0"/>
              </a:spcAft>
            </a:pPr>
            <a:r>
              <a:rPr dirty="0" sz="1950" b="1">
                <a:solidFill>
                  <a:srgbClr val="1f1e1e"/>
                </a:solidFill>
                <a:latin typeface="ORPVWU+Times NR MT Pro Bold"/>
                <a:cs typeface="ORPVWU+Times NR MT Pro Bold"/>
              </a:rPr>
              <a:t>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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2031400" y="8161915"/>
            <a:ext cx="2014655" cy="32194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35"/>
              </a:lnSpc>
              <a:spcBef>
                <a:spcPts val="0"/>
              </a:spcBef>
              <a:spcAft>
                <a:spcPts val="0"/>
              </a:spcAft>
            </a:pP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</a:t>
            </a:r>
            <a:r>
              <a:rPr dirty="0" sz="1950" spc="161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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4434265" y="8161915"/>
            <a:ext cx="2244982" cy="32194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35"/>
              </a:lnSpc>
              <a:spcBef>
                <a:spcPts val="0"/>
              </a:spcBef>
              <a:spcAft>
                <a:spcPts val="0"/>
              </a:spcAft>
            </a:pP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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9582910" y="8466273"/>
            <a:ext cx="3060651" cy="626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35"/>
              </a:lnSpc>
              <a:spcBef>
                <a:spcPts val="0"/>
              </a:spcBef>
              <a:spcAft>
                <a:spcPts val="0"/>
              </a:spcAft>
            </a:pP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</a:t>
            </a:r>
            <a:r>
              <a:rPr dirty="0" sz="1950" spc="779">
                <a:solidFill>
                  <a:srgbClr val="1f1e1e"/>
                </a:solidFill>
                <a:latin typeface="Times New Roman"/>
                <a:cs typeface="Times New Roman"/>
              </a:rPr>
              <a:t> </a:t>
            </a: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</a:t>
            </a:r>
          </a:p>
          <a:p>
            <a:pPr marL="0" marR="0">
              <a:lnSpc>
                <a:spcPts val="2235"/>
              </a:lnSpc>
              <a:spcBef>
                <a:spcPts val="161"/>
              </a:spcBef>
              <a:spcAft>
                <a:spcPts val="0"/>
              </a:spcAft>
            </a:pPr>
            <a:r>
              <a:rPr dirty="0" sz="1950">
                <a:solidFill>
                  <a:srgbClr val="1f1e1e"/>
                </a:solidFill>
                <a:latin typeface="FRLPGI+Times NR MT Pro"/>
                <a:cs typeface="FRLPGI+Times NR MT Pro"/>
              </a:rPr>
              <a:t>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8288000" cy="102743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018137" y="8808789"/>
            <a:ext cx="4102843" cy="48682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33"/>
              </a:lnSpc>
              <a:spcBef>
                <a:spcPts val="0"/>
              </a:spcBef>
              <a:spcAft>
                <a:spcPts val="0"/>
              </a:spcAft>
            </a:pPr>
            <a:r>
              <a:rPr dirty="0" sz="3150" b="1">
                <a:solidFill>
                  <a:srgbClr val="582e13"/>
                </a:solidFill>
                <a:latin typeface="UFMBMI+Arimo Bold"/>
                <a:cs typeface="UFMBMI+Arimo Bold"/>
              </a:rPr>
              <a:t>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8288000" cy="102743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076569" y="1242552"/>
            <a:ext cx="12084213" cy="8324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254"/>
              </a:lnSpc>
              <a:spcBef>
                <a:spcPts val="0"/>
              </a:spcBef>
              <a:spcAft>
                <a:spcPts val="0"/>
              </a:spcAft>
            </a:pPr>
            <a:r>
              <a:rPr dirty="0" sz="5600" spc="-11" b="1">
                <a:solidFill>
                  <a:srgbClr val="582e13"/>
                </a:solidFill>
                <a:latin typeface="ASCQAJ+Arimo Bold"/>
                <a:cs typeface="ASCQAJ+Arimo Bold"/>
              </a:rPr>
              <a:t>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9291" y="2517552"/>
            <a:ext cx="2322001" cy="3569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10"/>
              </a:lnSpc>
              <a:spcBef>
                <a:spcPts val="0"/>
              </a:spcBef>
              <a:spcAft>
                <a:spcPts val="0"/>
              </a:spcAft>
            </a:pPr>
            <a:r>
              <a:rPr dirty="0" sz="2100" b="1">
                <a:solidFill>
                  <a:srgbClr val="3b3535"/>
                </a:solidFill>
                <a:latin typeface="ALVVQP+Times NR MT Pro Bold"/>
                <a:cs typeface="ALVVQP+Times NR MT Pro Bold"/>
              </a:rPr>
              <a:t>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29581" y="2511563"/>
            <a:ext cx="1683087" cy="3569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10"/>
              </a:lnSpc>
              <a:spcBef>
                <a:spcPts val="0"/>
              </a:spcBef>
              <a:spcAft>
                <a:spcPts val="0"/>
              </a:spcAft>
            </a:pPr>
            <a:r>
              <a:rPr dirty="0" sz="2100" b="1">
                <a:solidFill>
                  <a:srgbClr val="3b3535"/>
                </a:solidFill>
                <a:latin typeface="ALVVQP+Times NR MT Pro Bold"/>
                <a:cs typeface="ALVVQP+Times NR MT Pro Bold"/>
              </a:rPr>
              <a:t>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549557" y="2517552"/>
            <a:ext cx="1854500" cy="3569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10"/>
              </a:lnSpc>
              <a:spcBef>
                <a:spcPts val="0"/>
              </a:spcBef>
              <a:spcAft>
                <a:spcPts val="0"/>
              </a:spcAft>
            </a:pPr>
            <a:r>
              <a:rPr dirty="0" sz="2100" b="1">
                <a:solidFill>
                  <a:srgbClr val="3b3535"/>
                </a:solidFill>
                <a:latin typeface="ALVVQP+Times NR MT Pro Bold"/>
                <a:cs typeface="ALVVQP+Times NR MT Pro Bold"/>
              </a:rPr>
              <a:t>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581427" y="2517552"/>
            <a:ext cx="2993839" cy="7262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10"/>
              </a:lnSpc>
              <a:spcBef>
                <a:spcPts val="0"/>
              </a:spcBef>
              <a:spcAft>
                <a:spcPts val="0"/>
              </a:spcAft>
            </a:pPr>
            <a:r>
              <a:rPr dirty="0" sz="2100" b="1">
                <a:solidFill>
                  <a:srgbClr val="3b3535"/>
                </a:solidFill>
                <a:latin typeface="ALVVQP+Times NR MT Pro Bold"/>
                <a:cs typeface="ALVVQP+Times NR MT Pro Bold"/>
              </a:rPr>
              <a:t></a:t>
            </a:r>
          </a:p>
          <a:p>
            <a:pPr marL="0" marR="0">
              <a:lnSpc>
                <a:spcPts val="2510"/>
              </a:lnSpc>
              <a:spcBef>
                <a:spcPts val="397"/>
              </a:spcBef>
              <a:spcAft>
                <a:spcPts val="0"/>
              </a:spcAft>
            </a:pPr>
            <a:r>
              <a:rPr dirty="0" sz="2100" b="1">
                <a:solidFill>
                  <a:srgbClr val="3b3535"/>
                </a:solidFill>
                <a:latin typeface="ALVVQP+Times NR MT Pro Bold"/>
                <a:cs typeface="ALVVQP+Times NR MT Pro Bold"/>
              </a:rPr>
              <a:t>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59291" y="2917752"/>
            <a:ext cx="3307036" cy="3459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24"/>
              </a:lnSpc>
              <a:spcBef>
                <a:spcPts val="0"/>
              </a:spcBef>
              <a:spcAft>
                <a:spcPts val="0"/>
              </a:spcAft>
            </a:pP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</a:t>
            </a:r>
            <a:r>
              <a:rPr dirty="0" sz="2100" spc="504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</a:t>
            </a:r>
            <a:r>
              <a:rPr dirty="0" sz="2100" spc="503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</a:t>
            </a:r>
            <a:r>
              <a:rPr dirty="0" sz="2100" spc="503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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329581" y="2941708"/>
            <a:ext cx="3626033" cy="24421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24"/>
              </a:lnSpc>
              <a:spcBef>
                <a:spcPts val="0"/>
              </a:spcBef>
              <a:spcAft>
                <a:spcPts val="0"/>
              </a:spcAft>
            </a:pP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</a:t>
            </a:r>
            <a:r>
              <a:rPr dirty="0" sz="2100" spc="1415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</a:t>
            </a:r>
            <a:r>
              <a:rPr dirty="0" sz="2100" spc="1413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</a:t>
            </a:r>
            <a:r>
              <a:rPr dirty="0" sz="2100" spc="1413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</a:t>
            </a:r>
          </a:p>
          <a:p>
            <a:pPr marL="0" marR="0">
              <a:lnSpc>
                <a:spcPts val="2424"/>
              </a:lnSpc>
              <a:spcBef>
                <a:spcPts val="876"/>
              </a:spcBef>
              <a:spcAft>
                <a:spcPts val="0"/>
              </a:spcAft>
            </a:pP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</a:t>
            </a:r>
            <a:r>
              <a:rPr dirty="0" sz="2100" spc="128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</a:t>
            </a:r>
            <a:r>
              <a:rPr dirty="0" sz="2100" spc="127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</a:t>
            </a:r>
            <a:r>
              <a:rPr dirty="0" sz="2100" spc="128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</a:t>
            </a:r>
            <a:r>
              <a:rPr dirty="0" sz="2100" spc="127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</a:t>
            </a:r>
          </a:p>
          <a:p>
            <a:pPr marL="0" marR="0">
              <a:lnSpc>
                <a:spcPts val="2424"/>
              </a:lnSpc>
              <a:spcBef>
                <a:spcPts val="876"/>
              </a:spcBef>
              <a:spcAft>
                <a:spcPts val="0"/>
              </a:spcAft>
            </a:pP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</a:t>
            </a:r>
            <a:r>
              <a:rPr dirty="0" sz="2100" spc="2752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</a:t>
            </a:r>
            <a:r>
              <a:rPr dirty="0" sz="2100" spc="2753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</a:t>
            </a:r>
          </a:p>
          <a:p>
            <a:pPr marL="0" marR="0">
              <a:lnSpc>
                <a:spcPts val="2424"/>
              </a:lnSpc>
              <a:spcBef>
                <a:spcPts val="876"/>
              </a:spcBef>
              <a:spcAft>
                <a:spcPts val="0"/>
              </a:spcAft>
            </a:pP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</a:t>
            </a:r>
            <a:r>
              <a:rPr dirty="0" sz="2100" spc="307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</a:t>
            </a:r>
            <a:r>
              <a:rPr dirty="0" sz="2100" spc="307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</a:t>
            </a:r>
            <a:r>
              <a:rPr dirty="0" sz="2100" spc="307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</a:t>
            </a:r>
          </a:p>
          <a:p>
            <a:pPr marL="0" marR="0">
              <a:lnSpc>
                <a:spcPts val="2424"/>
              </a:lnSpc>
              <a:spcBef>
                <a:spcPts val="876"/>
              </a:spcBef>
              <a:spcAft>
                <a:spcPts val="0"/>
              </a:spcAft>
            </a:pP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</a:t>
            </a:r>
          </a:p>
          <a:p>
            <a:pPr marL="0" marR="0">
              <a:lnSpc>
                <a:spcPts val="2424"/>
              </a:lnSpc>
              <a:spcBef>
                <a:spcPts val="876"/>
              </a:spcBef>
              <a:spcAft>
                <a:spcPts val="0"/>
              </a:spcAft>
            </a:pP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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549557" y="2937715"/>
            <a:ext cx="3557647" cy="3459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24"/>
              </a:lnSpc>
              <a:spcBef>
                <a:spcPts val="0"/>
              </a:spcBef>
              <a:spcAft>
                <a:spcPts val="0"/>
              </a:spcAft>
            </a:pPr>
            <a:r>
              <a:rPr dirty="0" sz="2100" spc="17">
                <a:solidFill>
                  <a:srgbClr val="3b3535"/>
                </a:solidFill>
                <a:latin typeface="ONOTBL+Times NR MT Pro"/>
                <a:cs typeface="ONOTBL+Times NR MT Pro"/>
              </a:rPr>
              <a:t>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581427" y="3256203"/>
            <a:ext cx="3465566" cy="10955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10"/>
              </a:lnSpc>
              <a:spcBef>
                <a:spcPts val="0"/>
              </a:spcBef>
              <a:spcAft>
                <a:spcPts val="0"/>
              </a:spcAft>
            </a:pPr>
            <a:r>
              <a:rPr dirty="0" sz="2100" b="1">
                <a:solidFill>
                  <a:srgbClr val="3b3535"/>
                </a:solidFill>
                <a:latin typeface="ALVVQP+Times NR MT Pro Bold"/>
                <a:cs typeface="ALVVQP+Times NR MT Pro Bold"/>
              </a:rPr>
              <a:t>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</a:t>
            </a:r>
          </a:p>
          <a:p>
            <a:pPr marL="0" marR="0">
              <a:lnSpc>
                <a:spcPts val="2424"/>
              </a:lnSpc>
              <a:spcBef>
                <a:spcPts val="483"/>
              </a:spcBef>
              <a:spcAft>
                <a:spcPts val="0"/>
              </a:spcAft>
            </a:pP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</a:t>
            </a:r>
            <a:r>
              <a:rPr dirty="0" sz="2100" spc="74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</a:t>
            </a:r>
            <a:r>
              <a:rPr dirty="0" sz="2100" spc="74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</a:t>
            </a:r>
          </a:p>
          <a:p>
            <a:pPr marL="0" marR="0">
              <a:lnSpc>
                <a:spcPts val="2424"/>
              </a:lnSpc>
              <a:spcBef>
                <a:spcPts val="483"/>
              </a:spcBef>
              <a:spcAft>
                <a:spcPts val="0"/>
              </a:spcAft>
            </a:pP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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59291" y="3336986"/>
            <a:ext cx="3307112" cy="160369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24"/>
              </a:lnSpc>
              <a:spcBef>
                <a:spcPts val="0"/>
              </a:spcBef>
              <a:spcAft>
                <a:spcPts val="0"/>
              </a:spcAft>
            </a:pP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</a:t>
            </a:r>
            <a:r>
              <a:rPr dirty="0" sz="2100" spc="920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</a:t>
            </a:r>
            <a:r>
              <a:rPr dirty="0" sz="2100" spc="918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</a:t>
            </a:r>
          </a:p>
          <a:p>
            <a:pPr marL="0" marR="0">
              <a:lnSpc>
                <a:spcPts val="2424"/>
              </a:lnSpc>
              <a:spcBef>
                <a:spcPts val="876"/>
              </a:spcBef>
              <a:spcAft>
                <a:spcPts val="0"/>
              </a:spcAft>
            </a:pP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</a:t>
            </a:r>
            <a:r>
              <a:rPr dirty="0" sz="2100" spc="2939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</a:t>
            </a:r>
            <a:r>
              <a:rPr dirty="0" sz="2100" spc="2939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</a:t>
            </a:r>
          </a:p>
          <a:p>
            <a:pPr marL="0" marR="0">
              <a:lnSpc>
                <a:spcPts val="2424"/>
              </a:lnSpc>
              <a:spcBef>
                <a:spcPts val="876"/>
              </a:spcBef>
              <a:spcAft>
                <a:spcPts val="0"/>
              </a:spcAft>
            </a:pP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</a:t>
            </a:r>
            <a:r>
              <a:rPr dirty="0" sz="2100" spc="1071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</a:t>
            </a:r>
            <a:r>
              <a:rPr dirty="0" sz="2100" spc="1071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</a:t>
            </a:r>
            <a:r>
              <a:rPr dirty="0" sz="2100" spc="1071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</a:t>
            </a:r>
          </a:p>
          <a:p>
            <a:pPr marL="0" marR="0">
              <a:lnSpc>
                <a:spcPts val="2424"/>
              </a:lnSpc>
              <a:spcBef>
                <a:spcPts val="876"/>
              </a:spcBef>
              <a:spcAft>
                <a:spcPts val="0"/>
              </a:spcAft>
            </a:pP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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549557" y="3396877"/>
            <a:ext cx="3557699" cy="80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24"/>
              </a:lnSpc>
              <a:spcBef>
                <a:spcPts val="0"/>
              </a:spcBef>
              <a:spcAft>
                <a:spcPts val="0"/>
              </a:spcAft>
            </a:pP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</a:t>
            </a:r>
            <a:r>
              <a:rPr dirty="0" sz="2100" spc="223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</a:t>
            </a:r>
            <a:r>
              <a:rPr dirty="0" sz="2100" spc="223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</a:t>
            </a:r>
            <a:r>
              <a:rPr dirty="0" sz="2100" spc="223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</a:t>
            </a:r>
          </a:p>
          <a:p>
            <a:pPr marL="0" marR="0">
              <a:lnSpc>
                <a:spcPts val="2424"/>
              </a:lnSpc>
              <a:spcBef>
                <a:spcPts val="1191"/>
              </a:spcBef>
              <a:spcAft>
                <a:spcPts val="0"/>
              </a:spcAft>
            </a:pP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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05585" y="6037857"/>
            <a:ext cx="2632507" cy="3569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10"/>
              </a:lnSpc>
              <a:spcBef>
                <a:spcPts val="0"/>
              </a:spcBef>
              <a:spcAft>
                <a:spcPts val="0"/>
              </a:spcAft>
            </a:pPr>
            <a:r>
              <a:rPr dirty="0" sz="2100" b="1">
                <a:solidFill>
                  <a:srgbClr val="3b3535"/>
                </a:solidFill>
                <a:latin typeface="ALVVQP+Times NR MT Pro Bold"/>
                <a:cs typeface="ALVVQP+Times NR MT Pro Bold"/>
              </a:rPr>
              <a:t>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329581" y="6026466"/>
            <a:ext cx="3412345" cy="3569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10"/>
              </a:lnSpc>
              <a:spcBef>
                <a:spcPts val="0"/>
              </a:spcBef>
              <a:spcAft>
                <a:spcPts val="0"/>
              </a:spcAft>
            </a:pPr>
            <a:r>
              <a:rPr dirty="0" sz="2100" b="1">
                <a:solidFill>
                  <a:srgbClr val="3b3535"/>
                </a:solidFill>
                <a:latin typeface="ALVVQP+Times NR MT Pro Bold"/>
                <a:cs typeface="ALVVQP+Times NR MT Pro Bold"/>
              </a:rPr>
              <a:t></a:t>
            </a:r>
            <a:r>
              <a:rPr dirty="0" sz="2100" spc="590" b="1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3b3535"/>
                </a:solidFill>
                <a:latin typeface="ALVVQP+Times NR MT Pro Bold"/>
                <a:cs typeface="ALVVQP+Times NR MT Pro Bold"/>
              </a:rPr>
              <a:t></a:t>
            </a:r>
            <a:r>
              <a:rPr dirty="0" sz="2100" spc="591" b="1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3b3535"/>
                </a:solidFill>
                <a:latin typeface="ALVVQP+Times NR MT Pro Bold"/>
                <a:cs typeface="ALVVQP+Times NR MT Pro Bold"/>
              </a:rPr>
              <a:t>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468879" y="6039321"/>
            <a:ext cx="3638372" cy="7461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10"/>
              </a:lnSpc>
              <a:spcBef>
                <a:spcPts val="0"/>
              </a:spcBef>
              <a:spcAft>
                <a:spcPts val="0"/>
              </a:spcAft>
            </a:pPr>
            <a:r>
              <a:rPr dirty="0" sz="2100" b="1">
                <a:solidFill>
                  <a:srgbClr val="3b3535"/>
                </a:solidFill>
                <a:latin typeface="ALVVQP+Times NR MT Pro Bold"/>
                <a:cs typeface="ALVVQP+Times NR MT Pro Bold"/>
              </a:rPr>
              <a:t></a:t>
            </a:r>
            <a:r>
              <a:rPr dirty="0" sz="2100" spc="356" b="1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3b3535"/>
                </a:solidFill>
                <a:latin typeface="ALVVQP+Times NR MT Pro Bold"/>
                <a:cs typeface="ALVVQP+Times NR MT Pro Bold"/>
              </a:rPr>
              <a:t></a:t>
            </a:r>
            <a:r>
              <a:rPr dirty="0" sz="2100" spc="355" b="1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3b3535"/>
                </a:solidFill>
                <a:latin typeface="ALVVQP+Times NR MT Pro Bold"/>
                <a:cs typeface="ALVVQP+Times NR MT Pro Bold"/>
              </a:rPr>
              <a:t></a:t>
            </a:r>
          </a:p>
          <a:p>
            <a:pPr marL="0" marR="0">
              <a:lnSpc>
                <a:spcPts val="2510"/>
              </a:lnSpc>
              <a:spcBef>
                <a:spcPts val="554"/>
              </a:spcBef>
              <a:spcAft>
                <a:spcPts val="0"/>
              </a:spcAft>
            </a:pPr>
            <a:r>
              <a:rPr dirty="0" sz="2100" b="1">
                <a:solidFill>
                  <a:srgbClr val="3b3535"/>
                </a:solidFill>
                <a:latin typeface="ALVVQP+Times NR MT Pro Bold"/>
                <a:cs typeface="ALVVQP+Times NR MT Pro Bold"/>
              </a:rPr>
              <a:t>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3551481" y="6101663"/>
            <a:ext cx="1458980" cy="341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85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3b3535"/>
                </a:solidFill>
                <a:latin typeface="ALVVQP+Times NR MT Pro Bold"/>
                <a:cs typeface="ALVVQP+Times NR MT Pro Bold"/>
              </a:rPr>
              <a:t>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205585" y="6418093"/>
            <a:ext cx="7536256" cy="10846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510"/>
              </a:lnSpc>
              <a:spcBef>
                <a:spcPts val="0"/>
              </a:spcBef>
              <a:spcAft>
                <a:spcPts val="0"/>
              </a:spcAft>
            </a:pP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</a:t>
            </a:r>
            <a:r>
              <a:rPr dirty="0" sz="2100" spc="579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</a:t>
            </a:r>
            <a:r>
              <a:rPr dirty="0" sz="2100" spc="578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</a:t>
            </a:r>
            <a:r>
              <a:rPr dirty="0" sz="2100" spc="578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</a:t>
            </a:r>
            <a:r>
              <a:rPr dirty="0" sz="2100" spc="578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</a:t>
            </a:r>
            <a:r>
              <a:rPr dirty="0" sz="2100" spc="579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</a:t>
            </a:r>
            <a:r>
              <a:rPr dirty="0" sz="2100" spc="3005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3b3535"/>
                </a:solidFill>
                <a:latin typeface="ALVVQP+Times NR MT Pro Bold"/>
                <a:cs typeface="ALVVQP+Times NR MT Pro Bold"/>
              </a:rPr>
              <a:t></a:t>
            </a:r>
            <a:r>
              <a:rPr dirty="0" sz="2100" spc="1715" b="1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3b3535"/>
                </a:solidFill>
                <a:latin typeface="ALVVQP+Times NR MT Pro Bold"/>
                <a:cs typeface="ALVVQP+Times NR MT Pro Bold"/>
              </a:rPr>
              <a:t></a:t>
            </a:r>
            <a:r>
              <a:rPr dirty="0" sz="2100" spc="1714" b="1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3b3535"/>
                </a:solidFill>
                <a:latin typeface="ALVVQP+Times NR MT Pro Bold"/>
                <a:cs typeface="ALVVQP+Times NR MT Pro Bold"/>
              </a:rPr>
              <a:t></a:t>
            </a:r>
          </a:p>
          <a:p>
            <a:pPr marL="0" marR="0">
              <a:lnSpc>
                <a:spcPts val="2510"/>
              </a:lnSpc>
              <a:spcBef>
                <a:spcPts val="180"/>
              </a:spcBef>
              <a:spcAft>
                <a:spcPts val="0"/>
              </a:spcAft>
            </a:pP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</a:t>
            </a:r>
            <a:r>
              <a:rPr dirty="0" sz="2100" spc="1467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</a:t>
            </a:r>
            <a:r>
              <a:rPr dirty="0" sz="2100" spc="1467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</a:t>
            </a:r>
            <a:r>
              <a:rPr dirty="0" sz="2100" spc="1467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</a:t>
            </a:r>
            <a:r>
              <a:rPr dirty="0" sz="2100" spc="3005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3b3535"/>
                </a:solidFill>
                <a:latin typeface="ALVVQP+Times NR MT Pro Bold"/>
                <a:cs typeface="ALVVQP+Times NR MT Pro Bold"/>
              </a:rPr>
              <a:t></a:t>
            </a:r>
          </a:p>
          <a:p>
            <a:pPr marL="0" marR="0">
              <a:lnSpc>
                <a:spcPts val="2424"/>
              </a:lnSpc>
              <a:spcBef>
                <a:spcPts val="0"/>
              </a:spcBef>
              <a:spcAft>
                <a:spcPts val="0"/>
              </a:spcAft>
            </a:pP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</a:t>
            </a:r>
            <a:r>
              <a:rPr dirty="0" sz="2100" spc="191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</a:t>
            </a:r>
            <a:r>
              <a:rPr dirty="0" sz="2100" spc="191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</a:t>
            </a:r>
            <a:r>
              <a:rPr dirty="0" sz="2100" spc="191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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3551481" y="6461391"/>
            <a:ext cx="3595358" cy="6799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0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3b3535"/>
                </a:solidFill>
                <a:latin typeface="ONOTBL+Times NR MT Pro"/>
                <a:cs typeface="ONOTBL+Times NR MT Pro"/>
              </a:rPr>
              <a:t></a:t>
            </a:r>
            <a:r>
              <a:rPr dirty="0" sz="2000" spc="-220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3b3535"/>
                </a:solidFill>
                <a:latin typeface="ONOTBL+Times NR MT Pro"/>
                <a:cs typeface="ONOTBL+Times NR MT Pro"/>
              </a:rPr>
              <a:t></a:t>
            </a:r>
            <a:r>
              <a:rPr dirty="0" sz="2000" spc="-220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3b3535"/>
                </a:solidFill>
                <a:latin typeface="ONOTBL+Times NR MT Pro"/>
                <a:cs typeface="ONOTBL+Times NR MT Pro"/>
              </a:rPr>
              <a:t></a:t>
            </a:r>
            <a:r>
              <a:rPr dirty="0" sz="2000" spc="-220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3b3535"/>
                </a:solidFill>
                <a:latin typeface="ONOTBL+Times NR MT Pro"/>
                <a:cs typeface="ONOTBL+Times NR MT Pro"/>
              </a:rPr>
              <a:t></a:t>
            </a:r>
          </a:p>
          <a:p>
            <a:pPr marL="0" marR="0">
              <a:lnSpc>
                <a:spcPts val="2303"/>
              </a:lnSpc>
              <a:spcBef>
                <a:spcPts val="497"/>
              </a:spcBef>
              <a:spcAft>
                <a:spcPts val="0"/>
              </a:spcAft>
            </a:pPr>
            <a:r>
              <a:rPr dirty="0" sz="2000">
                <a:solidFill>
                  <a:srgbClr val="3b3535"/>
                </a:solidFill>
                <a:latin typeface="ONOTBL+Times NR MT Pro"/>
                <a:cs typeface="ONOTBL+Times NR MT Pro"/>
              </a:rPr>
              <a:t></a:t>
            </a:r>
            <a:r>
              <a:rPr dirty="0" sz="2000" spc="605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3b3535"/>
                </a:solidFill>
                <a:latin typeface="ONOTBL+Times NR MT Pro"/>
                <a:cs typeface="ONOTBL+Times NR MT Pro"/>
              </a:rPr>
              <a:t></a:t>
            </a:r>
            <a:r>
              <a:rPr dirty="0" sz="2000" spc="605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3b3535"/>
                </a:solidFill>
                <a:latin typeface="ONOTBL+Times NR MT Pro"/>
                <a:cs typeface="ONOTBL+Times NR MT Pro"/>
              </a:rPr>
              <a:t></a:t>
            </a:r>
            <a:r>
              <a:rPr dirty="0" sz="2000" spc="605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3b3535"/>
                </a:solidFill>
                <a:latin typeface="ONOTBL+Times NR MT Pro"/>
                <a:cs typeface="ONOTBL+Times NR MT Pro"/>
              </a:rPr>
              <a:t>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435567" y="6834031"/>
            <a:ext cx="804781" cy="3145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7"/>
              </a:lnSpc>
              <a:spcBef>
                <a:spcPts val="0"/>
              </a:spcBef>
              <a:spcAft>
                <a:spcPts val="0"/>
              </a:spcAft>
            </a:pPr>
            <a:r>
              <a:rPr dirty="0" sz="1900">
                <a:solidFill>
                  <a:srgbClr val="3b3535"/>
                </a:solidFill>
                <a:latin typeface="ONOTBL+Times NR MT Pro"/>
                <a:cs typeface="ONOTBL+Times NR MT Pro"/>
              </a:rPr>
              <a:t>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0651505" y="6834031"/>
            <a:ext cx="988786" cy="3145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7"/>
              </a:lnSpc>
              <a:spcBef>
                <a:spcPts val="0"/>
              </a:spcBef>
              <a:spcAft>
                <a:spcPts val="0"/>
              </a:spcAft>
            </a:pPr>
            <a:r>
              <a:rPr dirty="0" sz="1900">
                <a:solidFill>
                  <a:srgbClr val="3b3535"/>
                </a:solidFill>
                <a:latin typeface="ONOTBL+Times NR MT Pro"/>
                <a:cs typeface="ONOTBL+Times NR MT Pro"/>
              </a:rPr>
              <a:t>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1737296" y="6834031"/>
            <a:ext cx="1113527" cy="11392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14126" marR="0">
              <a:lnSpc>
                <a:spcPts val="2177"/>
              </a:lnSpc>
              <a:spcBef>
                <a:spcPts val="0"/>
              </a:spcBef>
              <a:spcAft>
                <a:spcPts val="0"/>
              </a:spcAft>
            </a:pPr>
            <a:r>
              <a:rPr dirty="0" sz="1900">
                <a:solidFill>
                  <a:srgbClr val="3b3535"/>
                </a:solidFill>
                <a:latin typeface="ONOTBL+Times NR MT Pro"/>
                <a:cs typeface="ONOTBL+Times NR MT Pro"/>
              </a:rPr>
              <a:t></a:t>
            </a:r>
          </a:p>
          <a:p>
            <a:pPr marL="0" marR="0">
              <a:lnSpc>
                <a:spcPts val="2177"/>
              </a:lnSpc>
              <a:spcBef>
                <a:spcPts val="1019"/>
              </a:spcBef>
              <a:spcAft>
                <a:spcPts val="0"/>
              </a:spcAft>
            </a:pPr>
            <a:r>
              <a:rPr dirty="0" sz="1900">
                <a:solidFill>
                  <a:srgbClr val="3b3535"/>
                </a:solidFill>
                <a:latin typeface="ONOTBL+Times NR MT Pro"/>
                <a:cs typeface="ONOTBL+Times NR MT Pro"/>
              </a:rPr>
              <a:t></a:t>
            </a:r>
          </a:p>
          <a:p>
            <a:pPr marL="420685" marR="0">
              <a:lnSpc>
                <a:spcPts val="2177"/>
              </a:lnSpc>
              <a:spcBef>
                <a:spcPts val="1069"/>
              </a:spcBef>
              <a:spcAft>
                <a:spcPts val="0"/>
              </a:spcAft>
            </a:pPr>
            <a:r>
              <a:rPr dirty="0" sz="1900" spc="-11">
                <a:solidFill>
                  <a:srgbClr val="3b3535"/>
                </a:solidFill>
                <a:latin typeface="ONOTBL+Times NR MT Pro"/>
                <a:cs typeface="ONOTBL+Times NR MT Pro"/>
              </a:rPr>
              <a:t>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3551481" y="7160115"/>
            <a:ext cx="621892" cy="3306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0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3b3535"/>
                </a:solidFill>
                <a:latin typeface="ONOTBL+Times NR MT Pro"/>
                <a:cs typeface="ONOTBL+Times NR MT Pro"/>
              </a:rPr>
              <a:t>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4681733" y="7160115"/>
            <a:ext cx="1136633" cy="3306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0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3b3535"/>
                </a:solidFill>
                <a:latin typeface="ONOTBL+Times NR MT Pro"/>
                <a:cs typeface="ONOTBL+Times NR MT Pro"/>
              </a:rPr>
              <a:t>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6326726" y="7160115"/>
            <a:ext cx="820103" cy="3306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0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3b3535"/>
                </a:solidFill>
                <a:latin typeface="ONOTBL+Times NR MT Pro"/>
                <a:cs typeface="ONOTBL+Times NR MT Pro"/>
              </a:rPr>
              <a:t>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9435567" y="7246353"/>
            <a:ext cx="1526463" cy="72690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7"/>
              </a:lnSpc>
              <a:spcBef>
                <a:spcPts val="0"/>
              </a:spcBef>
              <a:spcAft>
                <a:spcPts val="0"/>
              </a:spcAft>
            </a:pPr>
            <a:r>
              <a:rPr dirty="0" sz="1900">
                <a:solidFill>
                  <a:srgbClr val="3b3535"/>
                </a:solidFill>
                <a:latin typeface="ONOTBL+Times NR MT Pro"/>
                <a:cs typeface="ONOTBL+Times NR MT Pro"/>
              </a:rPr>
              <a:t></a:t>
            </a:r>
          </a:p>
          <a:p>
            <a:pPr marL="0" marR="0">
              <a:lnSpc>
                <a:spcPts val="2177"/>
              </a:lnSpc>
              <a:spcBef>
                <a:spcPts val="1019"/>
              </a:spcBef>
              <a:spcAft>
                <a:spcPts val="0"/>
              </a:spcAft>
            </a:pPr>
            <a:r>
              <a:rPr dirty="0" sz="1900">
                <a:solidFill>
                  <a:srgbClr val="3b3535"/>
                </a:solidFill>
                <a:latin typeface="ONOTBL+Times NR MT Pro"/>
                <a:cs typeface="ONOTBL+Times NR MT Pro"/>
              </a:rPr>
              <a:t>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5329581" y="7295078"/>
            <a:ext cx="3412327" cy="16036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24"/>
              </a:lnSpc>
              <a:spcBef>
                <a:spcPts val="0"/>
              </a:spcBef>
              <a:spcAft>
                <a:spcPts val="0"/>
              </a:spcAft>
            </a:pP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</a:t>
            </a:r>
            <a:r>
              <a:rPr dirty="0" sz="2100" spc="1477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</a:t>
            </a:r>
            <a:r>
              <a:rPr dirty="0" sz="2100" spc="1476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</a:t>
            </a:r>
            <a:r>
              <a:rPr dirty="0" sz="2100" spc="1476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</a:t>
            </a:r>
          </a:p>
          <a:p>
            <a:pPr marL="0" marR="0">
              <a:lnSpc>
                <a:spcPts val="2424"/>
              </a:lnSpc>
              <a:spcBef>
                <a:spcPts val="876"/>
              </a:spcBef>
              <a:spcAft>
                <a:spcPts val="0"/>
              </a:spcAft>
            </a:pP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</a:t>
            </a:r>
            <a:r>
              <a:rPr dirty="0" sz="2100" spc="460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</a:t>
            </a:r>
            <a:r>
              <a:rPr dirty="0" sz="2100" spc="460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</a:t>
            </a:r>
            <a:r>
              <a:rPr dirty="0" sz="2100" spc="460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</a:t>
            </a:r>
          </a:p>
          <a:p>
            <a:pPr marL="0" marR="0">
              <a:lnSpc>
                <a:spcPts val="2424"/>
              </a:lnSpc>
              <a:spcBef>
                <a:spcPts val="876"/>
              </a:spcBef>
              <a:spcAft>
                <a:spcPts val="0"/>
              </a:spcAft>
            </a:pP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</a:t>
            </a:r>
            <a:r>
              <a:rPr dirty="0" sz="2100" spc="2086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</a:t>
            </a:r>
            <a:r>
              <a:rPr dirty="0" sz="2100" spc="2087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</a:t>
            </a:r>
          </a:p>
          <a:p>
            <a:pPr marL="0" marR="0">
              <a:lnSpc>
                <a:spcPts val="2424"/>
              </a:lnSpc>
              <a:spcBef>
                <a:spcPts val="876"/>
              </a:spcBef>
              <a:spcAft>
                <a:spcPts val="0"/>
              </a:spcAft>
            </a:pP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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205585" y="7526069"/>
            <a:ext cx="2200396" cy="3459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24"/>
              </a:lnSpc>
              <a:spcBef>
                <a:spcPts val="0"/>
              </a:spcBef>
              <a:spcAft>
                <a:spcPts val="0"/>
              </a:spcAft>
            </a:pPr>
            <a:r>
              <a:rPr dirty="0" sz="2100">
                <a:solidFill>
                  <a:srgbClr val="3b3535"/>
                </a:solidFill>
                <a:latin typeface="ONOTBL+Times NR MT Pro"/>
                <a:cs typeface="ONOTBL+Times NR MT Pro"/>
              </a:rPr>
              <a:t>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3551481" y="7509477"/>
            <a:ext cx="3344764" cy="3306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03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3b3535"/>
                </a:solidFill>
                <a:latin typeface="ONOTBL+Times NR MT Pro"/>
                <a:cs typeface="ONOTBL+Times NR MT Pro"/>
              </a:rPr>
              <a:t>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1086719" y="7658675"/>
            <a:ext cx="816968" cy="3145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7"/>
              </a:lnSpc>
              <a:spcBef>
                <a:spcPts val="0"/>
              </a:spcBef>
              <a:spcAft>
                <a:spcPts val="0"/>
              </a:spcAft>
            </a:pPr>
            <a:r>
              <a:rPr dirty="0" sz="1900">
                <a:solidFill>
                  <a:srgbClr val="3b3535"/>
                </a:solidFill>
                <a:latin typeface="ONOTBL+Times NR MT Pro"/>
                <a:cs typeface="ONOTBL+Times NR MT Pro"/>
              </a:rPr>
              <a:t>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9435567" y="8070996"/>
            <a:ext cx="3415071" cy="72690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177"/>
              </a:lnSpc>
              <a:spcBef>
                <a:spcPts val="0"/>
              </a:spcBef>
              <a:spcAft>
                <a:spcPts val="0"/>
              </a:spcAft>
            </a:pPr>
            <a:r>
              <a:rPr dirty="0" sz="1900">
                <a:solidFill>
                  <a:srgbClr val="3b3535"/>
                </a:solidFill>
                <a:latin typeface="ONOTBL+Times NR MT Pro"/>
                <a:cs typeface="ONOTBL+Times NR MT Pro"/>
              </a:rPr>
              <a:t></a:t>
            </a:r>
          </a:p>
          <a:p>
            <a:pPr marL="0" marR="0">
              <a:lnSpc>
                <a:spcPts val="2177"/>
              </a:lnSpc>
              <a:spcBef>
                <a:spcPts val="1019"/>
              </a:spcBef>
              <a:spcAft>
                <a:spcPts val="0"/>
              </a:spcAft>
            </a:pPr>
            <a:r>
              <a:rPr dirty="0" sz="1900">
                <a:solidFill>
                  <a:srgbClr val="3b3535"/>
                </a:solidFill>
                <a:latin typeface="ONOTBL+Times NR MT Pro"/>
                <a:cs typeface="ONOTBL+Times NR MT Pro"/>
              </a:rPr>
              <a:t>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8288000" cy="102743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382410" y="1411278"/>
            <a:ext cx="11600732" cy="8184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144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0" spc="-10" b="1">
                <a:solidFill>
                  <a:srgbClr val="582e13"/>
                </a:solidFill>
                <a:latin typeface="HQUCQD+Arimo Bold"/>
                <a:cs typeface="HQUCQD+Arimo Bold"/>
              </a:rPr>
              <a:t>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25462" y="3082856"/>
            <a:ext cx="2154936" cy="6371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717"/>
              </a:lnSpc>
              <a:spcBef>
                <a:spcPts val="0"/>
              </a:spcBef>
              <a:spcAft>
                <a:spcPts val="0"/>
              </a:spcAft>
            </a:pPr>
            <a:r>
              <a:rPr dirty="0" sz="3650" b="1">
                <a:solidFill>
                  <a:srgbClr val="3b3535"/>
                </a:solidFill>
                <a:latin typeface="PVSLSD+IBM Plex Sans Bold"/>
                <a:cs typeface="PVSLSD+IBM Plex Sans Bold"/>
              </a:rPr>
              <a:t>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992299" y="3382239"/>
            <a:ext cx="530675" cy="85769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453"/>
              </a:lnSpc>
              <a:spcBef>
                <a:spcPts val="0"/>
              </a:spcBef>
              <a:spcAft>
                <a:spcPts val="0"/>
              </a:spcAft>
            </a:pPr>
            <a:r>
              <a:rPr dirty="0" sz="4950">
                <a:solidFill>
                  <a:srgbClr val="3b3535"/>
                </a:solidFill>
                <a:latin typeface="WNCWVL+IBM Plex Sans"/>
                <a:cs typeface="WNCWVL+IBM Plex Sans"/>
              </a:rPr>
              <a:t>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559327" y="3382239"/>
            <a:ext cx="530675" cy="85769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453"/>
              </a:lnSpc>
              <a:spcBef>
                <a:spcPts val="0"/>
              </a:spcBef>
              <a:spcAft>
                <a:spcPts val="0"/>
              </a:spcAft>
            </a:pPr>
            <a:r>
              <a:rPr dirty="0" sz="4950">
                <a:solidFill>
                  <a:srgbClr val="3b3535"/>
                </a:solidFill>
                <a:latin typeface="WNCWVL+IBM Plex Sans"/>
                <a:cs typeface="WNCWVL+IBM Plex Sans"/>
              </a:rPr>
              <a:t>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181865" y="6173443"/>
            <a:ext cx="1133668" cy="5173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773"/>
              </a:lnSpc>
              <a:spcBef>
                <a:spcPts val="0"/>
              </a:spcBef>
              <a:spcAft>
                <a:spcPts val="0"/>
              </a:spcAft>
            </a:pPr>
            <a:r>
              <a:rPr dirty="0" sz="2900" b="1">
                <a:solidFill>
                  <a:srgbClr val="3b3535"/>
                </a:solidFill>
                <a:latin typeface="PVSLSD+IBM Plex Sans Bold"/>
                <a:cs typeface="PVSLSD+IBM Plex Sans Bold"/>
              </a:rPr>
              <a:t>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662031" y="6372722"/>
            <a:ext cx="530675" cy="85769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453"/>
              </a:lnSpc>
              <a:spcBef>
                <a:spcPts val="0"/>
              </a:spcBef>
              <a:spcAft>
                <a:spcPts val="0"/>
              </a:spcAft>
            </a:pPr>
            <a:r>
              <a:rPr dirty="0" sz="4950">
                <a:solidFill>
                  <a:srgbClr val="3b3535"/>
                </a:solidFill>
                <a:latin typeface="WNCWVL+IBM Plex Sans"/>
                <a:cs typeface="WNCWVL+IBM Plex Sans"/>
              </a:rPr>
              <a:t>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95002" y="6392086"/>
            <a:ext cx="2880006" cy="10559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453"/>
              </a:lnSpc>
              <a:spcBef>
                <a:spcPts val="0"/>
              </a:spcBef>
              <a:spcAft>
                <a:spcPts val="0"/>
              </a:spcAft>
            </a:pPr>
            <a:r>
              <a:rPr dirty="0" sz="4950">
                <a:solidFill>
                  <a:srgbClr val="3b3535"/>
                </a:solidFill>
                <a:latin typeface="WNCWVL+IBM Plex Sans"/>
                <a:cs typeface="WNCWVL+IBM Plex Sans"/>
              </a:rPr>
              <a:t></a:t>
            </a:r>
            <a:r>
              <a:rPr dirty="0" sz="4950" spc="3119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3250" b="1">
                <a:solidFill>
                  <a:srgbClr val="3b3535"/>
                </a:solidFill>
                <a:latin typeface="PVSLSD+IBM Plex Sans Bold"/>
                <a:cs typeface="PVSLSD+IBM Plex Sans Bold"/>
              </a:rPr>
              <a:t>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8288000" cy="102743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931234" y="1039050"/>
            <a:ext cx="7264201" cy="8324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254"/>
              </a:lnSpc>
              <a:spcBef>
                <a:spcPts val="0"/>
              </a:spcBef>
              <a:spcAft>
                <a:spcPts val="0"/>
              </a:spcAft>
            </a:pPr>
            <a:r>
              <a:rPr dirty="0" sz="5600" spc="-11" b="1">
                <a:solidFill>
                  <a:srgbClr val="582e13"/>
                </a:solidFill>
                <a:latin typeface="WFCWBK+Arimo Bold"/>
                <a:cs typeface="WFCWBK+Arimo Bold"/>
              </a:rPr>
              <a:t>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905063" y="1961874"/>
            <a:ext cx="4981941" cy="6167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56"/>
              </a:lnSpc>
              <a:spcBef>
                <a:spcPts val="0"/>
              </a:spcBef>
              <a:spcAft>
                <a:spcPts val="0"/>
              </a:spcAft>
            </a:pPr>
            <a:r>
              <a:rPr dirty="0" sz="3500">
                <a:solidFill>
                  <a:srgbClr val="1f1e1e"/>
                </a:solidFill>
                <a:latin typeface="THUOAD+IBM Plex Sans"/>
                <a:cs typeface="THUOAD+IBM Plex Sans"/>
              </a:rPr>
              <a:t>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918272" y="3304583"/>
            <a:ext cx="3506058" cy="6167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56"/>
              </a:lnSpc>
              <a:spcBef>
                <a:spcPts val="0"/>
              </a:spcBef>
              <a:spcAft>
                <a:spcPts val="0"/>
              </a:spcAft>
            </a:pPr>
            <a:r>
              <a:rPr dirty="0" sz="3500">
                <a:solidFill>
                  <a:srgbClr val="1f1e1e"/>
                </a:solidFill>
                <a:latin typeface="THUOAD+IBM Plex Sans"/>
                <a:cs typeface="THUOAD+IBM Plex Sans"/>
              </a:rPr>
              <a:t>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682858" y="4569650"/>
            <a:ext cx="3744510" cy="6167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56"/>
              </a:lnSpc>
              <a:spcBef>
                <a:spcPts val="0"/>
              </a:spcBef>
              <a:spcAft>
                <a:spcPts val="0"/>
              </a:spcAft>
            </a:pPr>
            <a:r>
              <a:rPr dirty="0" sz="3500">
                <a:solidFill>
                  <a:srgbClr val="1f1e1e"/>
                </a:solidFill>
                <a:latin typeface="THUOAD+IBM Plex Sans"/>
                <a:cs typeface="THUOAD+IBM Plex Sans"/>
              </a:rPr>
              <a:t>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822020" y="5950523"/>
            <a:ext cx="6633171" cy="281294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058"/>
              </a:lnSpc>
              <a:spcBef>
                <a:spcPts val="0"/>
              </a:spcBef>
              <a:spcAft>
                <a:spcPts val="0"/>
              </a:spcAft>
            </a:pPr>
            <a:r>
              <a:rPr dirty="0" sz="3100" spc="16">
                <a:solidFill>
                  <a:srgbClr val="1f1e1e"/>
                </a:solidFill>
                <a:latin typeface="THUOAD+IBM Plex Sans"/>
                <a:cs typeface="THUOAD+IBM Plex Sans"/>
              </a:rPr>
              <a:t></a:t>
            </a:r>
          </a:p>
          <a:p>
            <a:pPr marL="6858" marR="0">
              <a:lnSpc>
                <a:spcPts val="3626"/>
              </a:lnSpc>
              <a:spcBef>
                <a:spcPts val="14114"/>
              </a:spcBef>
              <a:spcAft>
                <a:spcPts val="0"/>
              </a:spcAft>
            </a:pPr>
            <a:r>
              <a:rPr dirty="0" sz="2800">
                <a:solidFill>
                  <a:srgbClr val="1f1e1e"/>
                </a:solidFill>
                <a:latin typeface="THUOAD+IBM Plex Sans"/>
                <a:cs typeface="THUOAD+IBM Plex Sans"/>
              </a:rPr>
              <a:t>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297804" y="6962048"/>
            <a:ext cx="6467437" cy="58026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269"/>
              </a:lnSpc>
              <a:spcBef>
                <a:spcPts val="0"/>
              </a:spcBef>
              <a:spcAft>
                <a:spcPts val="0"/>
              </a:spcAft>
            </a:pPr>
            <a:r>
              <a:rPr dirty="0" sz="3300">
                <a:solidFill>
                  <a:srgbClr val="1f1e1e"/>
                </a:solidFill>
                <a:latin typeface="THUOAD+IBM Plex Sans"/>
                <a:cs typeface="THUOAD+IBM Plex Sans"/>
              </a:rPr>
              <a:t>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8288000" cy="102743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895677" y="1199105"/>
            <a:ext cx="6473020" cy="7104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294"/>
              </a:lnSpc>
              <a:spcBef>
                <a:spcPts val="0"/>
              </a:spcBef>
              <a:spcAft>
                <a:spcPts val="0"/>
              </a:spcAft>
            </a:pPr>
            <a:r>
              <a:rPr dirty="0" sz="4750" spc="-15" b="1">
                <a:solidFill>
                  <a:srgbClr val="582e13"/>
                </a:solidFill>
                <a:latin typeface="EOLUQQ+Arimo Bold"/>
                <a:cs typeface="EOLUQQ+Arimo Bold"/>
              </a:rPr>
              <a:t>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35668" y="5006230"/>
            <a:ext cx="352221" cy="4710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409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3b3535"/>
                </a:solidFill>
                <a:latin typeface="CRBNHP+IBM Plex Sans"/>
                <a:cs typeface="CRBNHP+IBM Plex Sans"/>
              </a:rPr>
              <a:t>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057637" y="5006230"/>
            <a:ext cx="352221" cy="4710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409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3b3535"/>
                </a:solidFill>
                <a:latin typeface="CRBNHP+IBM Plex Sans"/>
                <a:cs typeface="CRBNHP+IBM Plex Sans"/>
              </a:rPr>
              <a:t>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513341" y="5004379"/>
            <a:ext cx="352221" cy="4710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409"/>
              </a:lnSpc>
              <a:spcBef>
                <a:spcPts val="0"/>
              </a:spcBef>
              <a:spcAft>
                <a:spcPts val="0"/>
              </a:spcAft>
            </a:pPr>
            <a:r>
              <a:rPr dirty="0" sz="2600">
                <a:solidFill>
                  <a:srgbClr val="3b3535"/>
                </a:solidFill>
                <a:latin typeface="CRBNHP+IBM Plex Sans"/>
                <a:cs typeface="CRBNHP+IBM Plex Sans"/>
              </a:rPr>
              <a:t>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033250" y="6089145"/>
            <a:ext cx="4095121" cy="290314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59"/>
              </a:lnSpc>
              <a:spcBef>
                <a:spcPts val="0"/>
              </a:spcBef>
              <a:spcAft>
                <a:spcPts val="0"/>
              </a:spcAft>
            </a:pPr>
            <a:r>
              <a:rPr dirty="0" sz="2400">
                <a:solidFill>
                  <a:srgbClr val="3b3535"/>
                </a:solidFill>
                <a:latin typeface="NTVDOE+Times NR MT Pro"/>
                <a:cs typeface="NTVDOE+Times NR MT Pro"/>
              </a:rPr>
              <a:t></a:t>
            </a:r>
          </a:p>
          <a:p>
            <a:pPr marL="0" marR="0">
              <a:lnSpc>
                <a:spcPts val="2759"/>
              </a:lnSpc>
              <a:spcBef>
                <a:spcPts val="540"/>
              </a:spcBef>
              <a:spcAft>
                <a:spcPts val="0"/>
              </a:spcAft>
            </a:pPr>
            <a:r>
              <a:rPr dirty="0" sz="2400">
                <a:solidFill>
                  <a:srgbClr val="ff3131"/>
                </a:solidFill>
                <a:latin typeface="NTVDOE+Times NR MT Pro"/>
                <a:cs typeface="NTVDOE+Times NR MT Pro"/>
              </a:rPr>
              <a:t></a:t>
            </a:r>
          </a:p>
          <a:p>
            <a:pPr marL="0" marR="0">
              <a:lnSpc>
                <a:spcPts val="2759"/>
              </a:lnSpc>
              <a:spcBef>
                <a:spcPts val="540"/>
              </a:spcBef>
              <a:spcAft>
                <a:spcPts val="0"/>
              </a:spcAft>
            </a:pPr>
            <a:r>
              <a:rPr dirty="0" sz="2400">
                <a:solidFill>
                  <a:srgbClr val="ff3131"/>
                </a:solidFill>
                <a:latin typeface="NTVDOE+Times NR MT Pro"/>
                <a:cs typeface="NTVDOE+Times NR MT Pro"/>
              </a:rPr>
              <a:t></a:t>
            </a:r>
          </a:p>
          <a:p>
            <a:pPr marL="0" marR="0">
              <a:lnSpc>
                <a:spcPts val="2759"/>
              </a:lnSpc>
              <a:spcBef>
                <a:spcPts val="540"/>
              </a:spcBef>
              <a:spcAft>
                <a:spcPts val="0"/>
              </a:spcAft>
            </a:pPr>
            <a:r>
              <a:rPr dirty="0" sz="2400">
                <a:solidFill>
                  <a:srgbClr val="ff3131"/>
                </a:solidFill>
                <a:latin typeface="NTVDOE+Times NR MT Pro"/>
                <a:cs typeface="NTVDOE+Times NR MT Pro"/>
              </a:rPr>
              <a:t></a:t>
            </a:r>
            <a:r>
              <a:rPr dirty="0" sz="2400">
                <a:solidFill>
                  <a:srgbClr val="3b3535"/>
                </a:solidFill>
                <a:latin typeface="NTVDOE+Times NR MT Pro"/>
                <a:cs typeface="NTVDOE+Times NR MT Pro"/>
              </a:rPr>
              <a:t></a:t>
            </a:r>
          </a:p>
          <a:p>
            <a:pPr marL="0" marR="0">
              <a:lnSpc>
                <a:spcPts val="2759"/>
              </a:lnSpc>
              <a:spcBef>
                <a:spcPts val="540"/>
              </a:spcBef>
              <a:spcAft>
                <a:spcPts val="0"/>
              </a:spcAft>
            </a:pPr>
            <a:r>
              <a:rPr dirty="0" sz="2400">
                <a:solidFill>
                  <a:srgbClr val="3b3535"/>
                </a:solidFill>
                <a:latin typeface="NTVDOE+Times NR MT Pro"/>
                <a:cs typeface="NTVDOE+Times NR MT Pro"/>
              </a:rPr>
              <a:t></a:t>
            </a:r>
          </a:p>
          <a:p>
            <a:pPr marL="0" marR="0">
              <a:lnSpc>
                <a:spcPts val="2759"/>
              </a:lnSpc>
              <a:spcBef>
                <a:spcPts val="540"/>
              </a:spcBef>
              <a:spcAft>
                <a:spcPts val="0"/>
              </a:spcAft>
            </a:pPr>
            <a:r>
              <a:rPr dirty="0" sz="2400">
                <a:solidFill>
                  <a:srgbClr val="3b3535"/>
                </a:solidFill>
                <a:latin typeface="NTVDOE+Times NR MT Pro"/>
                <a:cs typeface="NTVDOE+Times NR MT Pro"/>
              </a:rPr>
              <a:t></a:t>
            </a:r>
          </a:p>
          <a:p>
            <a:pPr marL="0" marR="0">
              <a:lnSpc>
                <a:spcPts val="2759"/>
              </a:lnSpc>
              <a:spcBef>
                <a:spcPts val="540"/>
              </a:spcBef>
              <a:spcAft>
                <a:spcPts val="0"/>
              </a:spcAft>
            </a:pPr>
            <a:r>
              <a:rPr dirty="0" sz="2400">
                <a:solidFill>
                  <a:srgbClr val="3b3535"/>
                </a:solidFill>
                <a:latin typeface="NTVDOE+Times NR MT Pro"/>
                <a:cs typeface="NTVDOE+Times NR MT Pro"/>
              </a:rPr>
              <a:t>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347175" y="6082969"/>
            <a:ext cx="3894471" cy="3738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300">
                <a:solidFill>
                  <a:srgbClr val="3b3535"/>
                </a:solidFill>
                <a:latin typeface="NTVDOE+Times NR MT Pro"/>
                <a:cs typeface="NTVDOE+Times NR MT Pro"/>
              </a:rPr>
              <a:t></a:t>
            </a:r>
            <a:r>
              <a:rPr dirty="0" sz="2300">
                <a:solidFill>
                  <a:srgbClr val="ff3131"/>
                </a:solidFill>
                <a:latin typeface="NTVDOE+Times NR MT Pro"/>
                <a:cs typeface="NTVDOE+Times NR MT Pro"/>
              </a:rPr>
              <a:t>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953932" y="6127608"/>
            <a:ext cx="3894470" cy="3738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300">
                <a:solidFill>
                  <a:srgbClr val="3b3535"/>
                </a:solidFill>
                <a:latin typeface="NTVDOE+Times NR MT Pro"/>
                <a:cs typeface="NTVDOE+Times NR MT Pro"/>
              </a:rPr>
              <a:t></a:t>
            </a:r>
            <a:r>
              <a:rPr dirty="0" sz="2300">
                <a:solidFill>
                  <a:srgbClr val="ff3131"/>
                </a:solidFill>
                <a:latin typeface="NTVDOE+Times NR MT Pro"/>
                <a:cs typeface="NTVDOE+Times NR MT Pro"/>
              </a:rPr>
              <a:t>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347175" y="6483019"/>
            <a:ext cx="8940134" cy="7739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300">
                <a:solidFill>
                  <a:srgbClr val="ff3131"/>
                </a:solidFill>
                <a:latin typeface="NTVDOE+Times NR MT Pro"/>
                <a:cs typeface="NTVDOE+Times NR MT Pro"/>
              </a:rPr>
              <a:t></a:t>
            </a:r>
            <a:r>
              <a:rPr dirty="0" sz="2300">
                <a:solidFill>
                  <a:srgbClr val="3b3535"/>
                </a:solidFill>
                <a:latin typeface="NTVDOE+Times NR MT Pro"/>
                <a:cs typeface="NTVDOE+Times NR MT Pro"/>
              </a:rPr>
              <a:t></a:t>
            </a:r>
            <a:r>
              <a:rPr dirty="0" sz="2300" spc="1785">
                <a:solidFill>
                  <a:srgbClr val="3b3535"/>
                </a:solidFill>
                <a:latin typeface="Times New Roman"/>
                <a:cs typeface="Times New Roman"/>
              </a:rPr>
              <a:t> </a:t>
            </a:r>
            <a:r>
              <a:rPr dirty="0" sz="2300">
                <a:solidFill>
                  <a:srgbClr val="ff3131"/>
                </a:solidFill>
                <a:latin typeface="NTVDOE+Times NR MT Pro"/>
                <a:cs typeface="NTVDOE+Times NR MT Pro"/>
              </a:rPr>
              <a:t></a:t>
            </a:r>
            <a:r>
              <a:rPr dirty="0" sz="2300">
                <a:solidFill>
                  <a:srgbClr val="3b3535"/>
                </a:solidFill>
                <a:latin typeface="NTVDOE+Times NR MT Pro"/>
                <a:cs typeface="NTVDOE+Times NR MT Pro"/>
              </a:rPr>
              <a:t></a:t>
            </a:r>
          </a:p>
          <a:p>
            <a:pPr marL="0" marR="0">
              <a:lnSpc>
                <a:spcPts val="2644"/>
              </a:lnSpc>
              <a:spcBef>
                <a:spcPts val="154"/>
              </a:spcBef>
              <a:spcAft>
                <a:spcPts val="0"/>
              </a:spcAft>
            </a:pPr>
            <a:r>
              <a:rPr dirty="0" sz="2300">
                <a:solidFill>
                  <a:srgbClr val="3b3535"/>
                </a:solidFill>
                <a:latin typeface="NTVDOE+Times NR MT Pro"/>
                <a:cs typeface="NTVDOE+Times NR MT Pro"/>
              </a:rPr>
              <a:t>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953932" y="6927709"/>
            <a:ext cx="4379667" cy="19740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dirty="0" sz="2300">
                <a:solidFill>
                  <a:srgbClr val="3b3535"/>
                </a:solidFill>
                <a:latin typeface="NTVDOE+Times NR MT Pro"/>
                <a:cs typeface="NTVDOE+Times NR MT Pro"/>
              </a:rPr>
              <a:t></a:t>
            </a:r>
          </a:p>
          <a:p>
            <a:pPr marL="0" marR="0">
              <a:lnSpc>
                <a:spcPts val="2644"/>
              </a:lnSpc>
              <a:spcBef>
                <a:spcPts val="555"/>
              </a:spcBef>
              <a:spcAft>
                <a:spcPts val="0"/>
              </a:spcAft>
            </a:pPr>
            <a:r>
              <a:rPr dirty="0" sz="2300">
                <a:solidFill>
                  <a:srgbClr val="3b3535"/>
                </a:solidFill>
                <a:latin typeface="NTVDOE+Times NR MT Pro"/>
                <a:cs typeface="NTVDOE+Times NR MT Pro"/>
              </a:rPr>
              <a:t></a:t>
            </a:r>
          </a:p>
          <a:p>
            <a:pPr marL="0" marR="0">
              <a:lnSpc>
                <a:spcPts val="2644"/>
              </a:lnSpc>
              <a:spcBef>
                <a:spcPts val="505"/>
              </a:spcBef>
              <a:spcAft>
                <a:spcPts val="0"/>
              </a:spcAft>
            </a:pPr>
            <a:r>
              <a:rPr dirty="0" sz="2300">
                <a:solidFill>
                  <a:srgbClr val="3b3535"/>
                </a:solidFill>
                <a:latin typeface="NTVDOE+Times NR MT Pro"/>
                <a:cs typeface="NTVDOE+Times NR MT Pro"/>
              </a:rPr>
              <a:t></a:t>
            </a:r>
          </a:p>
          <a:p>
            <a:pPr marL="0" marR="0">
              <a:lnSpc>
                <a:spcPts val="2644"/>
              </a:lnSpc>
              <a:spcBef>
                <a:spcPts val="555"/>
              </a:spcBef>
              <a:spcAft>
                <a:spcPts val="0"/>
              </a:spcAft>
            </a:pPr>
            <a:r>
              <a:rPr dirty="0" sz="2300">
                <a:solidFill>
                  <a:srgbClr val="3b3535"/>
                </a:solidFill>
                <a:latin typeface="NTVDOE+Times NR MT Pro"/>
                <a:cs typeface="NTVDOE+Times NR MT Pro"/>
              </a:rPr>
              <a:t></a:t>
            </a:r>
          </a:p>
          <a:p>
            <a:pPr marL="0" marR="0">
              <a:lnSpc>
                <a:spcPts val="2644"/>
              </a:lnSpc>
              <a:spcBef>
                <a:spcPts val="505"/>
              </a:spcBef>
              <a:spcAft>
                <a:spcPts val="0"/>
              </a:spcAft>
            </a:pPr>
            <a:r>
              <a:rPr dirty="0" sz="2300">
                <a:solidFill>
                  <a:srgbClr val="3b3535"/>
                </a:solidFill>
                <a:latin typeface="NTVDOE+Times NR MT Pro"/>
                <a:cs typeface="NTVDOE+Times NR MT Pro"/>
              </a:rPr>
              <a:t>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>
            <a:hlinkClick r:id="rId2"/>
          </p:cNvPr>
          <p:cNvSpPr/>
          <p:nvPr/>
        </p:nvSpPr>
        <p:spPr>
          <a:xfrm>
            <a:off x="0" y="0"/>
            <a:ext cx="18288000" cy="10274300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104924" y="1536485"/>
            <a:ext cx="3550355" cy="74212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543"/>
              </a:lnSpc>
              <a:spcBef>
                <a:spcPts val="0"/>
              </a:spcBef>
              <a:spcAft>
                <a:spcPts val="0"/>
              </a:spcAft>
            </a:pPr>
            <a:r>
              <a:rPr dirty="0" sz="4950" b="1">
                <a:solidFill>
                  <a:srgbClr val="582e13"/>
                </a:solidFill>
                <a:latin typeface="WFCWBK+Arimo Bold"/>
                <a:cs typeface="WFCWBK+Arimo Bold"/>
              </a:rPr>
              <a:t>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35500" y="2629322"/>
            <a:ext cx="13408127" cy="11118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54"/>
              </a:lnSpc>
              <a:spcBef>
                <a:spcPts val="0"/>
              </a:spcBef>
              <a:spcAft>
                <a:spcPts val="0"/>
              </a:spcAft>
            </a:pPr>
            <a:r>
              <a:rPr dirty="0" sz="2300" b="1">
                <a:solidFill>
                  <a:srgbClr val="582e13"/>
                </a:solidFill>
                <a:latin typeface="MOUPVS+Times NR MT Pro Bold"/>
                <a:cs typeface="MOUPVS+Times NR MT Pro Bold"/>
              </a:rPr>
              <a:t></a:t>
            </a:r>
          </a:p>
          <a:p>
            <a:pPr marL="0" marR="0">
              <a:lnSpc>
                <a:spcPts val="2754"/>
              </a:lnSpc>
              <a:spcBef>
                <a:spcPts val="45"/>
              </a:spcBef>
              <a:spcAft>
                <a:spcPts val="0"/>
              </a:spcAft>
            </a:pPr>
            <a:r>
              <a:rPr dirty="0" sz="2300" b="1">
                <a:solidFill>
                  <a:srgbClr val="582e13"/>
                </a:solidFill>
                <a:latin typeface="MOUPVS+Times NR MT Pro Bold"/>
                <a:cs typeface="MOUPVS+Times NR MT Pro Bold"/>
              </a:rPr>
              <a:t></a:t>
            </a:r>
          </a:p>
          <a:p>
            <a:pPr marL="0" marR="0">
              <a:lnSpc>
                <a:spcPts val="2755"/>
              </a:lnSpc>
              <a:spcBef>
                <a:spcPts val="94"/>
              </a:spcBef>
              <a:spcAft>
                <a:spcPts val="0"/>
              </a:spcAft>
            </a:pPr>
            <a:r>
              <a:rPr dirty="0" sz="2300" b="1">
                <a:solidFill>
                  <a:srgbClr val="582e13"/>
                </a:solidFill>
                <a:latin typeface="MOUPVS+Times NR MT Pro Bold"/>
                <a:cs typeface="MOUPVS+Times NR MT Pro Bold"/>
              </a:rPr>
              <a:t>ဓ</a:t>
            </a:r>
            <a:r>
              <a:rPr dirty="0" sz="2300" b="1" u="sng">
                <a:solidFill>
                  <a:srgbClr val="582e13"/>
                </a:solidFill>
                <a:latin typeface="MOUPVS+Times NR MT Pro Bold"/>
                <a:cs typeface="MOUPVS+Times NR MT Pro Bol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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35500" y="4002008"/>
            <a:ext cx="13372790" cy="11117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54"/>
              </a:lnSpc>
              <a:spcBef>
                <a:spcPts val="0"/>
              </a:spcBef>
              <a:spcAft>
                <a:spcPts val="0"/>
              </a:spcAft>
            </a:pPr>
            <a:r>
              <a:rPr dirty="0" sz="2300" b="1">
                <a:solidFill>
                  <a:srgbClr val="582e13"/>
                </a:solidFill>
                <a:latin typeface="MOUPVS+Times NR MT Pro Bold"/>
                <a:cs typeface="MOUPVS+Times NR MT Pro Bold"/>
              </a:rPr>
              <a:t></a:t>
            </a:r>
          </a:p>
          <a:p>
            <a:pPr marL="0" marR="0">
              <a:lnSpc>
                <a:spcPts val="2754"/>
              </a:lnSpc>
              <a:spcBef>
                <a:spcPts val="45"/>
              </a:spcBef>
              <a:spcAft>
                <a:spcPts val="0"/>
              </a:spcAft>
            </a:pPr>
            <a:r>
              <a:rPr dirty="0" sz="2300" b="1">
                <a:solidFill>
                  <a:srgbClr val="582e13"/>
                </a:solidFill>
                <a:latin typeface="MOUPVS+Times NR MT Pro Bold"/>
                <a:cs typeface="MOUPVS+Times NR MT Pro Bold"/>
              </a:rPr>
              <a:t></a:t>
            </a:r>
          </a:p>
          <a:p>
            <a:pPr marL="0" marR="0">
              <a:lnSpc>
                <a:spcPts val="2755"/>
              </a:lnSpc>
              <a:spcBef>
                <a:spcPts val="94"/>
              </a:spcBef>
              <a:spcAft>
                <a:spcPts val="0"/>
              </a:spcAft>
            </a:pPr>
            <a:r>
              <a:rPr dirty="0" sz="2300" b="1" u="sng">
                <a:solidFill>
                  <a:srgbClr val="582e13"/>
                </a:solidFill>
                <a:latin typeface="MOUPVS+Times NR MT Pro Bold"/>
                <a:cs typeface="MOUPVS+Times NR MT Pro Bol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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35500" y="5238935"/>
            <a:ext cx="12319543" cy="3879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54"/>
              </a:lnSpc>
              <a:spcBef>
                <a:spcPts val="0"/>
              </a:spcBef>
              <a:spcAft>
                <a:spcPts val="0"/>
              </a:spcAft>
            </a:pPr>
            <a:r>
              <a:rPr dirty="0" sz="2300" b="1">
                <a:solidFill>
                  <a:srgbClr val="582e13"/>
                </a:solidFill>
                <a:latin typeface="MOUPVS+Times NR MT Pro Bold"/>
                <a:cs typeface="MOUPVS+Times NR MT Pro Bold"/>
              </a:rPr>
              <a:t>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135500" y="5846884"/>
            <a:ext cx="12617100" cy="1111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54"/>
              </a:lnSpc>
              <a:spcBef>
                <a:spcPts val="0"/>
              </a:spcBef>
              <a:spcAft>
                <a:spcPts val="0"/>
              </a:spcAft>
            </a:pPr>
            <a:r>
              <a:rPr dirty="0" sz="2300" b="1">
                <a:solidFill>
                  <a:srgbClr val="582e13"/>
                </a:solidFill>
                <a:latin typeface="MOUPVS+Times NR MT Pro Bold"/>
                <a:cs typeface="MOUPVS+Times NR MT Pro Bold"/>
              </a:rPr>
              <a:t></a:t>
            </a:r>
          </a:p>
          <a:p>
            <a:pPr marL="0" marR="0">
              <a:lnSpc>
                <a:spcPts val="2754"/>
              </a:lnSpc>
              <a:spcBef>
                <a:spcPts val="45"/>
              </a:spcBef>
              <a:spcAft>
                <a:spcPts val="0"/>
              </a:spcAft>
            </a:pPr>
            <a:r>
              <a:rPr dirty="0" sz="2300" b="1">
                <a:solidFill>
                  <a:srgbClr val="582e13"/>
                </a:solidFill>
                <a:latin typeface="MOUPVS+Times NR MT Pro Bold"/>
                <a:cs typeface="MOUPVS+Times NR MT Pro Bold"/>
              </a:rPr>
              <a:t>ဓ</a:t>
            </a:r>
          </a:p>
          <a:p>
            <a:pPr marL="0" marR="0">
              <a:lnSpc>
                <a:spcPts val="2754"/>
              </a:lnSpc>
              <a:spcBef>
                <a:spcPts val="95"/>
              </a:spcBef>
              <a:spcAft>
                <a:spcPts val="0"/>
              </a:spcAft>
            </a:pPr>
            <a:r>
              <a:rPr dirty="0" sz="2300" b="1">
                <a:solidFill>
                  <a:srgbClr val="582e13"/>
                </a:solidFill>
                <a:latin typeface="MOUPVS+Times NR MT Pro Bold"/>
                <a:cs typeface="MOUPVS+Times NR MT Pro Bold"/>
              </a:rPr>
              <a:t>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135500" y="7054909"/>
            <a:ext cx="12552856" cy="7499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754"/>
              </a:lnSpc>
              <a:spcBef>
                <a:spcPts val="0"/>
              </a:spcBef>
              <a:spcAft>
                <a:spcPts val="0"/>
              </a:spcAft>
            </a:pPr>
            <a:r>
              <a:rPr dirty="0" sz="2300" b="1">
                <a:solidFill>
                  <a:srgbClr val="582e13"/>
                </a:solidFill>
                <a:latin typeface="MOUPVS+Times NR MT Pro Bold"/>
                <a:cs typeface="MOUPVS+Times NR MT Pro Bold"/>
              </a:rPr>
              <a:t></a:t>
            </a:r>
          </a:p>
          <a:p>
            <a:pPr marL="0" marR="0">
              <a:lnSpc>
                <a:spcPts val="2755"/>
              </a:lnSpc>
              <a:spcBef>
                <a:spcPts val="44"/>
              </a:spcBef>
              <a:spcAft>
                <a:spcPts val="0"/>
              </a:spcAft>
            </a:pPr>
            <a:r>
              <a:rPr dirty="0" sz="2300" b="1">
                <a:solidFill>
                  <a:srgbClr val="582e13"/>
                </a:solidFill>
                <a:latin typeface="MOUPVS+Times NR MT Pro Bold"/>
                <a:cs typeface="MOUPVS+Times NR MT Pro Bold"/>
              </a:rPr>
              <a:t>ဓ</a:t>
            </a:r>
            <a:r>
              <a:rPr dirty="0" sz="2300" b="1" u="sng">
                <a:solidFill>
                  <a:srgbClr val="582e13"/>
                </a:solidFill>
                <a:latin typeface="MOUPVS+Times NR MT Pro Bold"/>
                <a:cs typeface="MOUPVS+Times NR MT Pro Bol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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mitype="http://purl.org/dc/dcmitype/" xmlns:dc="http://purl.org/dc/elements/1.1/" xmlns:dcterms="http://purl.org/dc/terms/" xmlns:xsi="http://www.w3.org/2001/XMLSchema-instance">
  <dc:title>Presentation PowerPoint</dc:title>
  <dc:creator>doc2pdf</dc:creator>
  <cp:lastModifiedBy>doc2pdf</cp:lastModifiedBy>
  <cp:revision>1</cp:revision>
  <dcterms:modified xsi:type="dcterms:W3CDTF">2026-05-01T12:12:00+00:00</dcterms:modified>
</cp:coreProperties>
</file>